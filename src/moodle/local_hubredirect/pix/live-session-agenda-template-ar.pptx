
<file path=[Content_Types].xml><?xml version="1.0" encoding="utf-8"?>
<Types xmlns="http://schemas.openxmlformats.org/package/2006/content-types">
  <Default Extension="png" ContentType="image/png"/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ac92b13deb4ccc" /><Relationship Type="http://schemas.openxmlformats.org/officeDocument/2006/relationships/extended-properties" Target="/docProps/app.xml" Id="Rc26df038fc5d4b6e" /><Relationship Type="http://schemas.openxmlformats.org/officeDocument/2006/relationships/officeDocument" Target="/ppt/presentation.xml" Id="R0394e08d895f42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054e26010f4568"/>
  </p:sldMasterIdLst>
  <p:notesMasterIdLst>
    <p:notesMasterId xmlns:r="http://schemas.openxmlformats.org/officeDocument/2006/relationships" r:id="Ra0563526300340e3"/>
  </p:notesMasterIdLst>
  <p:sldIdLst>
    <p:sldId xmlns:r="http://schemas.openxmlformats.org/officeDocument/2006/relationships" id="256" r:id="Rd14e1b89eabd4e37"/>
    <p:sldId xmlns:r="http://schemas.openxmlformats.org/officeDocument/2006/relationships" id="257" r:id="Rb7d1703f30334a7e"/>
    <p:sldId xmlns:r="http://schemas.openxmlformats.org/officeDocument/2006/relationships" id="258" r:id="R081075e84af0426c"/>
    <p:sldId xmlns:r="http://schemas.openxmlformats.org/officeDocument/2006/relationships" id="259" r:id="Rdeb035cde36d4012"/>
    <p:sldId xmlns:r="http://schemas.openxmlformats.org/officeDocument/2006/relationships" id="260" r:id="R3c9e9c057cb74085"/>
    <p:sldId xmlns:r="http://schemas.openxmlformats.org/officeDocument/2006/relationships" id="261" r:id="Rfeedca820fec45e4"/>
    <p:sldId xmlns:r="http://schemas.openxmlformats.org/officeDocument/2006/relationships" id="262" r:id="Rab3d5188c81d4c66"/>
    <p:sldId xmlns:r="http://schemas.openxmlformats.org/officeDocument/2006/relationships" id="263" r:id="R597d2e2dcf874de0"/>
    <p:sldId xmlns:r="http://schemas.openxmlformats.org/officeDocument/2006/relationships" id="264" r:id="R25d6cdf987444f03"/>
    <p:sldId xmlns:r="http://schemas.openxmlformats.org/officeDocument/2006/relationships" id="265" r:id="R0e75d5ecc2e24e6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1089abf58d40aa" /><Relationship Type="http://schemas.openxmlformats.org/officeDocument/2006/relationships/slideMaster" Target="/ppt/slideMasters/slideMaster1.xml" Id="Rf5054e26010f4568" /><Relationship Type="http://schemas.openxmlformats.org/officeDocument/2006/relationships/notesMaster" Target="/ppt/notesMasters/notesMaster1.xml" Id="Ra0563526300340e3" /><Relationship Type="http://schemas.openxmlformats.org/officeDocument/2006/relationships/presProps" Target="/ppt/presProps.xml" Id="Rac65957bdc024c70" /><Relationship Type="http://schemas.openxmlformats.org/officeDocument/2006/relationships/tableStyles" Target="/ppt/tableStyles.xml" Id="R30d41389fc794220" /><Relationship Type="http://schemas.openxmlformats.org/officeDocument/2006/relationships/slide" Target="/ppt/slides/slide1.xml" Id="Rd14e1b89eabd4e37" /><Relationship Type="http://schemas.openxmlformats.org/officeDocument/2006/relationships/slide" Target="/ppt/slides/slide2.xml" Id="Rb7d1703f30334a7e" /><Relationship Type="http://schemas.openxmlformats.org/officeDocument/2006/relationships/slide" Target="/ppt/slides/slide3.xml" Id="R081075e84af0426c" /><Relationship Type="http://schemas.openxmlformats.org/officeDocument/2006/relationships/slide" Target="/ppt/slides/slide4.xml" Id="Rdeb035cde36d4012" /><Relationship Type="http://schemas.openxmlformats.org/officeDocument/2006/relationships/slide" Target="/ppt/slides/slide5.xml" Id="R3c9e9c057cb74085" /><Relationship Type="http://schemas.openxmlformats.org/officeDocument/2006/relationships/slide" Target="/ppt/slides/slide6.xml" Id="Rfeedca820fec45e4" /><Relationship Type="http://schemas.openxmlformats.org/officeDocument/2006/relationships/slide" Target="/ppt/slides/slide7.xml" Id="Rab3d5188c81d4c66" /><Relationship Type="http://schemas.openxmlformats.org/officeDocument/2006/relationships/slide" Target="/ppt/slides/slide8.xml" Id="R597d2e2dcf874de0" /><Relationship Type="http://schemas.openxmlformats.org/officeDocument/2006/relationships/slide" Target="/ppt/slides/slide9.xml" Id="R25d6cdf987444f03" /><Relationship Type="http://schemas.openxmlformats.org/officeDocument/2006/relationships/slide" Target="/ppt/slides/slide10.xml" Id="R0e75d5ecc2e24e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c9d31dc143b4e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8084e1f22b4f33" /><Relationship Type="http://schemas.openxmlformats.org/officeDocument/2006/relationships/notesMaster" Target="/ppt/notesMasters/notesMaster1.xml" Id="R46dbe8eaf0254a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674cbd12fd4f89" /><Relationship Type="http://schemas.openxmlformats.org/officeDocument/2006/relationships/notesMaster" Target="/ppt/notesMasters/notesMaster1.xml" Id="R8bdb8b98fc044c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861896e89744ad5" /><Relationship Type="http://schemas.openxmlformats.org/officeDocument/2006/relationships/notesMaster" Target="/ppt/notesMasters/notesMaster1.xml" Id="Rbfebc6ae5615463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47de352eb4f4c99" /><Relationship Type="http://schemas.openxmlformats.org/officeDocument/2006/relationships/notesMaster" Target="/ppt/notesMasters/notesMaster1.xml" Id="Rb83771e9f64e40e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28682f893f04a8b" /><Relationship Type="http://schemas.openxmlformats.org/officeDocument/2006/relationships/notesMaster" Target="/ppt/notesMasters/notesMaster1.xml" Id="R36fa5afac3aa4b4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2deca3f400849eb" /><Relationship Type="http://schemas.openxmlformats.org/officeDocument/2006/relationships/notesMaster" Target="/ppt/notesMasters/notesMaster1.xml" Id="R7b7d6ed5901a485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6a816f7154d4961" /><Relationship Type="http://schemas.openxmlformats.org/officeDocument/2006/relationships/notesMaster" Target="/ppt/notesMasters/notesMaster1.xml" Id="R7c6f38a3d99c4f0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c169deb88ef44a1" /><Relationship Type="http://schemas.openxmlformats.org/officeDocument/2006/relationships/notesMaster" Target="/ppt/notesMasters/notesMaster1.xml" Id="Ra7f86baec24c4cd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593cf6550d54299" /><Relationship Type="http://schemas.openxmlformats.org/officeDocument/2006/relationships/notesMaster" Target="/ppt/notesMasters/notesMaster1.xml" Id="Ra8e35d26491748a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fcd70c941bc46ef" /><Relationship Type="http://schemas.openxmlformats.org/officeDocument/2006/relationships/notesMaster" Target="/ppt/notesMasters/notesMaster1.xml" Id="Rd3aad552929849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92faa4dcb044b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fc1084384049e1" /><Relationship Type="http://schemas.openxmlformats.org/officeDocument/2006/relationships/slideLayout" Target="/ppt/slideLayouts/slideLayout1.xml" Id="R99fea8513df94d7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fea8513df94d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55ec8f1e144dde" /><Relationship Type="http://schemas.openxmlformats.org/officeDocument/2006/relationships/notesSlide" Target="/ppt/notesSlides/notesSlide1.xml" Id="Rb86ae6156bfd42d3" /><Relationship Type="http://schemas.openxmlformats.org/officeDocument/2006/relationships/image" Target="../media/ehel-academy-crest.png" Id="rIdEhelCrest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fcdc93301a4b65" /><Relationship Type="http://schemas.openxmlformats.org/officeDocument/2006/relationships/notesSlide" Target="/ppt/notesSlides/notesSlide2.xml" Id="R2686327bf3d143bf" /><Relationship Type="http://schemas.openxmlformats.org/officeDocument/2006/relationships/image" Target="../media/ehel-academy-crest.png" Id="rIdEhelCrest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771480d9e7457f" /><Relationship Type="http://schemas.openxmlformats.org/officeDocument/2006/relationships/notesSlide" Target="/ppt/notesSlides/notesSlide3.xml" Id="Rb16216764b784a2a" /><Relationship Type="http://schemas.openxmlformats.org/officeDocument/2006/relationships/image" Target="../media/ehel-academy-crest.png" Id="rIdEhelCrest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230be89bef4216" /><Relationship Type="http://schemas.openxmlformats.org/officeDocument/2006/relationships/notesSlide" Target="/ppt/notesSlides/notesSlide4.xml" Id="R7023c39b95a141c8" /><Relationship Type="http://schemas.openxmlformats.org/officeDocument/2006/relationships/image" Target="../media/ehel-academy-crest.png" Id="rIdEhelCrest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a235e89c7048e9" /><Relationship Type="http://schemas.openxmlformats.org/officeDocument/2006/relationships/notesSlide" Target="/ppt/notesSlides/notesSlide5.xml" Id="R239ae01ef11f4c08" /><Relationship Type="http://schemas.openxmlformats.org/officeDocument/2006/relationships/image" Target="../media/ehel-academy-crest.png" Id="rIdEhelCrest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6e41da822041c9" /><Relationship Type="http://schemas.openxmlformats.org/officeDocument/2006/relationships/notesSlide" Target="/ppt/notesSlides/notesSlide6.xml" Id="R98c494c4262b4418" /><Relationship Type="http://schemas.openxmlformats.org/officeDocument/2006/relationships/image" Target="../media/ehel-academy-crest.png" Id="rIdEhelCrest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238fec4b394013" /><Relationship Type="http://schemas.openxmlformats.org/officeDocument/2006/relationships/notesSlide" Target="/ppt/notesSlides/notesSlide7.xml" Id="R9843e812260d457f" /><Relationship Type="http://schemas.openxmlformats.org/officeDocument/2006/relationships/image" Target="../media/ehel-academy-crest.png" Id="rIdEhelCrest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ad06a55c394d9d" /><Relationship Type="http://schemas.openxmlformats.org/officeDocument/2006/relationships/notesSlide" Target="/ppt/notesSlides/notesSlide8.xml" Id="R2c733fb61f724d83" /><Relationship Type="http://schemas.openxmlformats.org/officeDocument/2006/relationships/image" Target="../media/ehel-academy-crest.png" Id="rIdEhelCrest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668a99dca240c2" /><Relationship Type="http://schemas.openxmlformats.org/officeDocument/2006/relationships/notesSlide" Target="/ppt/notesSlides/notesSlide9.xml" Id="R9b914a16a0ca4169" /><Relationship Type="http://schemas.openxmlformats.org/officeDocument/2006/relationships/image" Target="../media/ehel-academy-crest.png" Id="rIdEhelCrest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c81b1b59b14f0b" /><Relationship Type="http://schemas.openxmlformats.org/officeDocument/2006/relationships/notesSlide" Target="/ppt/notesSlides/notesSlide10.xml" Id="R665f017d500b4044" /><Relationship Type="http://schemas.openxmlformats.org/officeDocument/2006/relationships/image" Target="../media/ehel-academy-crest.png" Id="rIdEhelCrest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E4DBC5-30E7-4728-991A-125D1E99A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mplate-name">
            <a:extLst xmlns:a="http://schemas.openxmlformats.org/drawingml/2006/main">
              <a:ext uri="{FF2B5EF4-FFF2-40B4-BE49-F238E27FC236}">
                <a16:creationId xmlns:a16="http://schemas.microsoft.com/office/drawing/2014/main" id="{5ADD1ED7-C2AD-4C48-BE3C-E17676B7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24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rtl="1" algn="r">
              <a:defRPr sz="1350" b="1">
                <a:solidFill>
                  <a:srgbClr val="FFFFFF"/>
                </a:solidFill>
              </a:defRPr>
            </a:pPr>
            <a:r>
              <a:rPr lang="ar-SA" sz="1350" b="1">
                <a:solidFill>
                  <a:srgbClr val="FFFFFF"/>
                </a:solidFill>
              </a:rPr>
              <a:t>جدول الجلسة المباشرة</a:t>
            </a:r>
          </a:p>
        </p:txBody>
      </p:sp>
      <p:sp>
        <p:nvSpPr>
          <p:cNvPr id="3" name="slide-section">
            <a:extLst xmlns:a="http://schemas.openxmlformats.org/drawingml/2006/main">
              <a:ext uri="{FF2B5EF4-FFF2-40B4-BE49-F238E27FC236}">
                <a16:creationId xmlns:a16="http://schemas.microsoft.com/office/drawing/2014/main" id="{66A7D426-D49E-4AD0-8472-19255F91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524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rtl="1" algn="l">
              <a:defRPr sz="1200" b="1">
                <a:solidFill>
                  <a:srgbClr val="FFFFFF"/>
                </a:solidFill>
              </a:defRPr>
            </a:pPr>
            <a:r>
              <a:rPr lang="ar-SA" sz="1200" b="1">
                <a:solidFill>
                  <a:srgbClr val="FFFFFF"/>
                </a:solidFill>
              </a:rPr>
              <a:t>مرحبًا بالطلاب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8F9DC4E-E9B9-45F6-8BEC-CCD7A956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4300"/>
            <a:ext cx="895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ctr">
              <a:defRPr sz="1800" b="1">
                <a:solidFill>
                  <a:srgbClr val="2F6F4E"/>
                </a:solidFill>
              </a:defRPr>
            </a:pPr>
            <a:r>
              <a:rPr lang="ar-SA" sz="1800" b="1">
                <a:solidFill>
                  <a:srgbClr val="2F6F4E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F4AA0F-5F12-4A33-812A-5A15B168A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B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illable-footer">
            <a:extLst xmlns:a="http://schemas.openxmlformats.org/drawingml/2006/main">
              <a:ext uri="{FF2B5EF4-FFF2-40B4-BE49-F238E27FC236}">
                <a16:creationId xmlns:a16="http://schemas.microsoft.com/office/drawing/2014/main" id="{824FCEE3-5E51-4F02-8EA1-43BA86A4D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65913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rtl="1" algn="r">
              <a:defRPr sz="975" b="1">
                <a:solidFill>
                  <a:srgbClr val="60735F"/>
                </a:solidFill>
              </a:defRPr>
            </a:pPr>
            <a:r>
              <a:rPr lang="ar-SA" sz="975" b="1">
                <a:solidFill>
                  <a:srgbClr val="60735F"/>
                </a:solidFill>
              </a:rPr>
              <a:t>[اسم الصف]   [المعلم]   [التاريخ]</a:t>
            </a:r>
          </a:p>
        </p:txBody>
      </p:sp>
      <p:sp>
        <p:nvSpPr>
          <p:cNvPr id="7" name="welcome-title">
            <a:extLst xmlns:a="http://schemas.openxmlformats.org/drawingml/2006/main">
              <a:ext uri="{FF2B5EF4-FFF2-40B4-BE49-F238E27FC236}">
                <a16:creationId xmlns:a16="http://schemas.microsoft.com/office/drawing/2014/main" id="{055F4D15-43F4-4E6D-A271-244CAC79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76400"/>
            <a:ext cx="10363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rtl="1" algn="ctr">
              <a:defRPr sz="4350" b="1">
                <a:solidFill>
                  <a:srgbClr val="173044"/>
                </a:solidFill>
              </a:defRPr>
            </a:pPr>
            <a:r>
              <a:rPr lang="ar-SA" sz="4350" b="1">
                <a:solidFill>
                  <a:srgbClr val="173044"/>
                </a:solidFill>
              </a:rPr>
              <a:t>مرحبًا بالطلاب</a:t>
            </a:r>
          </a:p>
        </p:txBody>
      </p:sp>
      <p:sp>
        <p:nvSpPr>
          <p:cNvPr id="8" name="fillable-session-details">
            <a:extLst xmlns:a="http://schemas.openxmlformats.org/drawingml/2006/main">
              <a:ext uri="{FF2B5EF4-FFF2-40B4-BE49-F238E27FC236}">
                <a16:creationId xmlns:a16="http://schemas.microsoft.com/office/drawing/2014/main" id="{1B01721C-6A84-434C-80A9-1237BFBD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0510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rtl="1" algn="ctr">
              <a:defRPr sz="1875" b="1">
                <a:solidFill>
                  <a:srgbClr val="6F4E32"/>
                </a:solidFill>
              </a:defRPr>
            </a:pPr>
            <a:r>
              <a:rPr lang="ar-SA" sz="1875" b="1">
                <a:solidFill>
                  <a:srgbClr val="6F4E32"/>
                </a:solidFill>
              </a:rPr>
              <a:t>[اسم المعلم] | [الصف / المجموعة] | [تاريخ الجلسة]</a:t>
            </a:r>
          </a:p>
        </p:txBody>
      </p:sp>
      <p:sp>
        <p:nvSpPr>
          <p:cNvPr id="9" name="welcome-message-frame">
            <a:extLst xmlns:a="http://schemas.openxmlformats.org/drawingml/2006/main">
              <a:ext uri="{FF2B5EF4-FFF2-40B4-BE49-F238E27FC236}">
                <a16:creationId xmlns:a16="http://schemas.microsoft.com/office/drawing/2014/main" id="{CF7123E1-A536-40F8-A4C3-EC68DD74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638550"/>
            <a:ext cx="72009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4DC"/>
          </a:solidFill>
          <a:ln xmlns:a="http://schemas.openxmlformats.org/drawingml/2006/main" w="19050">
            <a:solidFill>
              <a:srgbClr val="D6A642"/>
            </a:solidFill>
            <a:prstDash val="solid"/>
          </a:ln>
        </p:spPr>
      </p:sp>
      <p:sp>
        <p:nvSpPr>
          <p:cNvPr id="10" name="fillable-welcome-message">
            <a:extLst xmlns:a="http://schemas.openxmlformats.org/drawingml/2006/main">
              <a:ext uri="{FF2B5EF4-FFF2-40B4-BE49-F238E27FC236}">
                <a16:creationId xmlns:a16="http://schemas.microsoft.com/office/drawing/2014/main" id="{07620793-95A9-4280-8615-18E4221F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8620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ctr">
              <a:defRPr sz="2250" b="1">
                <a:solidFill>
                  <a:srgbClr val="6F4E32"/>
                </a:solidFill>
              </a:defRPr>
            </a:pPr>
            <a:r>
              <a:rPr lang="ar-SA" sz="2250" b="1">
                <a:solidFill>
                  <a:srgbClr val="6F4E32"/>
                </a:solidFill>
              </a:rPr>
              <a:t>السلام عليكم. سنبدأ قريبًا.</a:t>
            </a:r>
          </a:p>
        </p:txBody>
      </p:sp>
      <p:pic>
        <p:nvPicPr>
          <p:cNvPr id="901" name="Ehel Academy crest" descr="Ehel Academy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EhelCrest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506200" y="76200"/>
            <a:ext cx="457200" cy="457200"/>
          </a:xfrm>
          <a:prstGeom xmlns:a="http://schemas.openxmlformats.org/drawingml/2006/main" prst="rect">
            <a:avLst/>
          </a:prstGeom>
        </p:spPr>
      </p:pic>
      <p:pic>
        <p:nvPicPr>
          <p:cNvPr id="950" name="Ehel Academy crest (title)" descr="Ehel Academy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EhelCrest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5676900" y="685800"/>
            <a:ext cx="838200" cy="838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36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7378A2-E30F-4AC5-A564-2139BB0E3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mplate-name">
            <a:extLst xmlns:a="http://schemas.openxmlformats.org/drawingml/2006/main">
              <a:ext uri="{FF2B5EF4-FFF2-40B4-BE49-F238E27FC236}">
                <a16:creationId xmlns:a16="http://schemas.microsoft.com/office/drawing/2014/main" id="{A1C273D5-6088-4CEA-9860-B8523391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24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rtl="1" algn="r">
              <a:defRPr sz="1350" b="1">
                <a:solidFill>
                  <a:srgbClr val="FFFFFF"/>
                </a:solidFill>
              </a:defRPr>
            </a:pPr>
            <a:r>
              <a:rPr lang="ar-SA" sz="1350" b="1">
                <a:solidFill>
                  <a:srgbClr val="FFFFFF"/>
                </a:solidFill>
              </a:rPr>
              <a:t>جدول الجلسة المباشرة</a:t>
            </a:r>
          </a:p>
        </p:txBody>
      </p:sp>
      <p:sp>
        <p:nvSpPr>
          <p:cNvPr id="3" name="slide-section">
            <a:extLst xmlns:a="http://schemas.openxmlformats.org/drawingml/2006/main">
              <a:ext uri="{FF2B5EF4-FFF2-40B4-BE49-F238E27FC236}">
                <a16:creationId xmlns:a16="http://schemas.microsoft.com/office/drawing/2014/main" id="{38DEC7C8-9E2D-4714-B1E3-F7E4FC0C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524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rtl="1" algn="l">
              <a:defRPr sz="1200" b="1">
                <a:solidFill>
                  <a:srgbClr val="FFFFFF"/>
                </a:solidFill>
              </a:defRPr>
            </a:pPr>
            <a:r>
              <a:rPr lang="ar-SA" sz="1200" b="1">
                <a:solidFill>
                  <a:srgbClr val="FFFFFF"/>
                </a:solidFill>
              </a:rPr>
              <a:t>جدول الجلسة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570E1FE-6BC1-4FF3-BB2E-3212CB1D1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4300"/>
            <a:ext cx="895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ctr">
              <a:defRPr sz="1800" b="1">
                <a:solidFill>
                  <a:srgbClr val="2F6F4E"/>
                </a:solidFill>
              </a:defRPr>
            </a:pPr>
            <a:r>
              <a:rPr lang="ar-SA" sz="1800" b="1">
                <a:solidFill>
                  <a:srgbClr val="2F6F4E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3B2A0C-D6C6-4BB2-8FF9-FE08FDEF7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B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illable-footer">
            <a:extLst xmlns:a="http://schemas.openxmlformats.org/drawingml/2006/main">
              <a:ext uri="{FF2B5EF4-FFF2-40B4-BE49-F238E27FC236}">
                <a16:creationId xmlns:a16="http://schemas.microsoft.com/office/drawing/2014/main" id="{B992C031-A602-4A63-BBC0-B1EF6CDC3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65913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rtl="1" algn="r">
              <a:defRPr sz="975" b="1">
                <a:solidFill>
                  <a:srgbClr val="60735F"/>
                </a:solidFill>
              </a:defRPr>
            </a:pPr>
            <a:r>
              <a:rPr lang="ar-SA" sz="975" b="1">
                <a:solidFill>
                  <a:srgbClr val="60735F"/>
                </a:solidFill>
              </a:rPr>
              <a:t>[اسم الصف]   [المعلم]   [التاريخ]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211FD4B-E5EC-4888-8581-A94DED2CE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066800"/>
            <a:ext cx="914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rtl="1" algn="r">
              <a:defRPr sz="3150" b="1">
                <a:solidFill>
                  <a:srgbClr val="173044"/>
                </a:solidFill>
              </a:defRPr>
            </a:pPr>
            <a:r>
              <a:rPr lang="ar-SA" sz="3150" b="1">
                <a:solidFill>
                  <a:srgbClr val="173044"/>
                </a:solidFill>
              </a:rPr>
              <a:t>جدول الجلسة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09264A-831B-45D3-BA01-9DA058BE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095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6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illable-list-item-1">
            <a:extLst xmlns:a="http://schemas.openxmlformats.org/drawingml/2006/main">
              <a:ext uri="{FF2B5EF4-FFF2-40B4-BE49-F238E27FC236}">
                <a16:creationId xmlns:a16="http://schemas.microsoft.com/office/drawing/2014/main" id="{28A82087-0BE9-45C5-A405-53892E07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0193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r">
              <a:defRPr sz="2100" b="1">
                <a:solidFill>
                  <a:srgbClr val="173044"/>
                </a:solidFill>
              </a:defRPr>
            </a:pPr>
            <a:r>
              <a:rPr lang="ar-SA" sz="2100" b="1">
                <a:solidFill>
                  <a:srgbClr val="173044"/>
                </a:solidFill>
              </a:rPr>
              <a:t>١. الترحيب وتسجيل الحضور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893FFC-82D7-4F5E-95E8-A4A5BCFAF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781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illable-list-item-2">
            <a:extLst xmlns:a="http://schemas.openxmlformats.org/drawingml/2006/main">
              <a:ext uri="{FF2B5EF4-FFF2-40B4-BE49-F238E27FC236}">
                <a16:creationId xmlns:a16="http://schemas.microsoft.com/office/drawing/2014/main" id="{A47843C7-C849-4AE3-90DB-67E311FC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051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r">
              <a:defRPr sz="2100" b="1">
                <a:solidFill>
                  <a:srgbClr val="173044"/>
                </a:solidFill>
              </a:defRPr>
            </a:pPr>
            <a:r>
              <a:rPr lang="ar-SA" sz="2100" b="1">
                <a:solidFill>
                  <a:srgbClr val="173044"/>
                </a:solidFill>
              </a:rPr>
              <a:t>٢. مراجعة الدرس السابق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7E4AC1-E8F9-4CE8-A6C7-19812D383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467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6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illable-list-item-3">
            <a:extLst xmlns:a="http://schemas.openxmlformats.org/drawingml/2006/main">
              <a:ext uri="{FF2B5EF4-FFF2-40B4-BE49-F238E27FC236}">
                <a16:creationId xmlns:a16="http://schemas.microsoft.com/office/drawing/2014/main" id="{2B3EAA3C-40B3-4C4E-957F-C67FAAFB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3909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r">
              <a:defRPr sz="2100" b="1">
                <a:solidFill>
                  <a:srgbClr val="173044"/>
                </a:solidFill>
              </a:defRPr>
            </a:pPr>
            <a:r>
              <a:rPr lang="ar-SA" sz="2100" b="1">
                <a:solidFill>
                  <a:srgbClr val="173044"/>
                </a:solidFill>
              </a:rPr>
              <a:t>٣. موضوع اليوم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5D2368-99D0-4A70-A745-5078C8983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152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illable-list-item-4">
            <a:extLst xmlns:a="http://schemas.openxmlformats.org/drawingml/2006/main">
              <a:ext uri="{FF2B5EF4-FFF2-40B4-BE49-F238E27FC236}">
                <a16:creationId xmlns:a16="http://schemas.microsoft.com/office/drawing/2014/main" id="{78A5C7A0-5C8D-47C4-B225-EA8B61C26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0767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r">
              <a:defRPr sz="2100" b="1">
                <a:solidFill>
                  <a:srgbClr val="173044"/>
                </a:solidFill>
              </a:defRPr>
            </a:pPr>
            <a:r>
              <a:rPr lang="ar-SA" sz="2100" b="1">
                <a:solidFill>
                  <a:srgbClr val="173044"/>
                </a:solidFill>
              </a:rPr>
              <a:t>٤. تدريب موجه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162959-60D1-4EE8-BE5E-B5ED9FB3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838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6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illable-list-item-5">
            <a:extLst xmlns:a="http://schemas.openxmlformats.org/drawingml/2006/main">
              <a:ext uri="{FF2B5EF4-FFF2-40B4-BE49-F238E27FC236}">
                <a16:creationId xmlns:a16="http://schemas.microsoft.com/office/drawing/2014/main" id="{7C8A51FE-4F14-429C-840C-0E28E71B8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7625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r">
              <a:defRPr sz="2100" b="1">
                <a:solidFill>
                  <a:srgbClr val="173044"/>
                </a:solidFill>
              </a:defRPr>
            </a:pPr>
            <a:r>
              <a:rPr lang="ar-SA" sz="2100" b="1">
                <a:solidFill>
                  <a:srgbClr val="173044"/>
                </a:solidFill>
              </a:rPr>
              <a:t>٥. أسئلة وخطوات قادمة</a:t>
            </a:r>
          </a:p>
        </p:txBody>
      </p:sp>
      <p:pic>
        <p:nvPicPr>
          <p:cNvPr id="902" name="Ehel Academy crest" descr="Ehel Academy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EhelCrest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506200" y="76200"/>
            <a:ext cx="457200" cy="457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6738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4D8E93-7435-4687-A10A-D9B7E6F7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mplate-name">
            <a:extLst xmlns:a="http://schemas.openxmlformats.org/drawingml/2006/main">
              <a:ext uri="{FF2B5EF4-FFF2-40B4-BE49-F238E27FC236}">
                <a16:creationId xmlns:a16="http://schemas.microsoft.com/office/drawing/2014/main" id="{A8BCB8E6-E5C3-4E6D-BBB8-0B6D1412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24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rtl="1" algn="r">
              <a:defRPr sz="1350" b="1">
                <a:solidFill>
                  <a:srgbClr val="FFFFFF"/>
                </a:solidFill>
              </a:defRPr>
            </a:pPr>
            <a:r>
              <a:rPr lang="ar-SA" sz="1350" b="1">
                <a:solidFill>
                  <a:srgbClr val="FFFFFF"/>
                </a:solidFill>
              </a:rPr>
              <a:t>جدول الجلسة المباشرة</a:t>
            </a:r>
          </a:p>
        </p:txBody>
      </p:sp>
      <p:sp>
        <p:nvSpPr>
          <p:cNvPr id="3" name="slide-section">
            <a:extLst xmlns:a="http://schemas.openxmlformats.org/drawingml/2006/main">
              <a:ext uri="{FF2B5EF4-FFF2-40B4-BE49-F238E27FC236}">
                <a16:creationId xmlns:a16="http://schemas.microsoft.com/office/drawing/2014/main" id="{6B327E29-B738-4D9D-BF5A-BC3B420D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524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rtl="1" algn="l">
              <a:defRPr sz="1200" b="1">
                <a:solidFill>
                  <a:srgbClr val="FFFFFF"/>
                </a:solidFill>
              </a:defRPr>
            </a:pPr>
            <a:r>
              <a:rPr lang="ar-SA" sz="1200" b="1">
                <a:solidFill>
                  <a:srgbClr val="FFFFFF"/>
                </a:solidFill>
              </a:rPr>
              <a:t>شريحة الموضوع ١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60225E4-332F-4D9C-B77B-FAB54212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4300"/>
            <a:ext cx="895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ctr">
              <a:defRPr sz="1800" b="1">
                <a:solidFill>
                  <a:srgbClr val="2F6F4E"/>
                </a:solidFill>
              </a:defRPr>
            </a:pPr>
            <a:r>
              <a:rPr lang="ar-SA" sz="1800" b="1">
                <a:solidFill>
                  <a:srgbClr val="2F6F4E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F397F0-F13F-4762-BC41-ABC33B493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B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illable-footer">
            <a:extLst xmlns:a="http://schemas.openxmlformats.org/drawingml/2006/main">
              <a:ext uri="{FF2B5EF4-FFF2-40B4-BE49-F238E27FC236}">
                <a16:creationId xmlns:a16="http://schemas.microsoft.com/office/drawing/2014/main" id="{BD521494-278B-45CA-B4C8-C1A01A13E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65913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rtl="1" algn="r">
              <a:defRPr sz="975" b="1">
                <a:solidFill>
                  <a:srgbClr val="60735F"/>
                </a:solidFill>
              </a:defRPr>
            </a:pPr>
            <a:r>
              <a:rPr lang="ar-SA" sz="975" b="1">
                <a:solidFill>
                  <a:srgbClr val="60735F"/>
                </a:solidFill>
              </a:rPr>
              <a:t>[اسم الصف]   [المعلم]   [التاريخ]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D25D6F6-A234-45B1-9D85-C911CFACD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066800"/>
            <a:ext cx="914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rtl="1" algn="r">
              <a:defRPr sz="3150" b="1">
                <a:solidFill>
                  <a:srgbClr val="173044"/>
                </a:solidFill>
              </a:defRPr>
            </a:pPr>
            <a:r>
              <a:rPr lang="ar-SA" sz="3150" b="1">
                <a:solidFill>
                  <a:srgbClr val="173044"/>
                </a:solidFill>
              </a:rPr>
              <a:t>مواد موضوع الجلسة</a:t>
            </a:r>
          </a:p>
        </p:txBody>
      </p:sp>
      <p:sp>
        <p:nvSpPr>
          <p:cNvPr id="8" name="topic-label">
            <a:extLst xmlns:a="http://schemas.openxmlformats.org/drawingml/2006/main">
              <a:ext uri="{FF2B5EF4-FFF2-40B4-BE49-F238E27FC236}">
                <a16:creationId xmlns:a16="http://schemas.microsoft.com/office/drawing/2014/main" id="{0B3CDA5D-8A1F-454A-94A0-CDF8841C7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6573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rtl="1" algn="r">
              <a:defRPr sz="1650" b="1">
                <a:solidFill>
                  <a:srgbClr val="2F6F4E"/>
                </a:solidFill>
              </a:defRPr>
            </a:pPr>
            <a:r>
              <a:rPr lang="ar-SA" sz="1650" b="1">
                <a:solidFill>
                  <a:srgbClr val="2F6F4E"/>
                </a:solidFill>
              </a:rPr>
              <a:t>شريحة الموضوع ١</a:t>
            </a:r>
          </a:p>
        </p:txBody>
      </p:sp>
      <p:sp>
        <p:nvSpPr>
          <p:cNvPr id="9" name="topic-prompt">
            <a:extLst xmlns:a="http://schemas.openxmlformats.org/drawingml/2006/main">
              <a:ext uri="{FF2B5EF4-FFF2-40B4-BE49-F238E27FC236}">
                <a16:creationId xmlns:a16="http://schemas.microsoft.com/office/drawing/2014/main" id="{FC520314-1A6F-4857-BC26-1CB9BD7F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668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rtl="1" algn="l">
              <a:defRPr sz="1500" b="1">
                <a:solidFill>
                  <a:srgbClr val="60735F"/>
                </a:solidFill>
              </a:defRPr>
            </a:pPr>
            <a:r>
              <a:rPr lang="ar-SA" sz="1500" b="1">
                <a:solidFill>
                  <a:srgbClr val="60735F"/>
                </a:solidFill>
              </a:rPr>
              <a:t>[أضف الفكرة الرئيسية الأولى أو المثال أو محور التلاوة هنا.]</a:t>
            </a:r>
          </a:p>
        </p:txBody>
      </p:sp>
      <p:sp>
        <p:nvSpPr>
          <p:cNvPr id="10" name="editable-content-frame">
            <a:extLst xmlns:a="http://schemas.openxmlformats.org/drawingml/2006/main">
              <a:ext uri="{FF2B5EF4-FFF2-40B4-BE49-F238E27FC236}">
                <a16:creationId xmlns:a16="http://schemas.microsoft.com/office/drawing/2014/main" id="{C2135812-2D9A-4498-AB44-4B09ACBC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10363200" cy="308610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BE5D8"/>
            </a:solidFill>
            <a:prstDash val="solid"/>
          </a:ln>
        </p:spPr>
      </p:sp>
      <p:sp>
        <p:nvSpPr>
          <p:cNvPr id="11" name="fillable-content-heading">
            <a:extLst xmlns:a="http://schemas.openxmlformats.org/drawingml/2006/main">
              <a:ext uri="{FF2B5EF4-FFF2-40B4-BE49-F238E27FC236}">
                <a16:creationId xmlns:a16="http://schemas.microsoft.com/office/drawing/2014/main" id="{75C3BE3D-968D-42E6-943E-8E41F1A4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52700"/>
            <a:ext cx="967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rtl="1" algn="r">
              <a:defRPr sz="2100" b="1">
                <a:solidFill>
                  <a:srgbClr val="173044"/>
                </a:solidFill>
              </a:defRPr>
            </a:pPr>
            <a:r>
              <a:rPr lang="ar-SA" sz="2100" b="1">
                <a:solidFill>
                  <a:srgbClr val="173044"/>
                </a:solidFill>
              </a:rPr>
              <a:t>[اكتب محتوى الجلسة هنا]</a:t>
            </a:r>
          </a:p>
        </p:txBody>
      </p:sp>
      <p:sp>
        <p:nvSpPr>
          <p:cNvPr id="12" name="fillable-content-body">
            <a:extLst xmlns:a="http://schemas.openxmlformats.org/drawingml/2006/main">
              <a:ext uri="{FF2B5EF4-FFF2-40B4-BE49-F238E27FC236}">
                <a16:creationId xmlns:a16="http://schemas.microsoft.com/office/drawing/2014/main" id="{CFA8EAB0-41E0-4E35-A24B-26D47560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14700"/>
            <a:ext cx="9677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rtl="1" algn="r">
              <a:defRPr sz="1650" b="0">
                <a:solidFill>
                  <a:srgbClr val="60735F"/>
                </a:solidFill>
              </a:defRPr>
            </a:pPr>
            <a:r>
              <a:rPr lang="ar-SA" sz="1650" b="0">
                <a:solidFill>
                  <a:srgbClr val="60735F"/>
                </a:solidFill>
              </a:rPr>
              <a:t>[أضف ملاحظات أو أمثلة أو نصًا عربيًا أو صورًا أو أسئلة تدريب. اجعل كل شريحة بسيطة لتبقى واضحة داخل BigBlueButton.]</a:t>
            </a:r>
          </a:p>
        </p:txBody>
      </p:sp>
      <p:pic>
        <p:nvPicPr>
          <p:cNvPr id="903" name="Ehel Academy crest" descr="Ehel Academy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EhelCrest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506200" y="76200"/>
            <a:ext cx="457200" cy="457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3771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5F7C7A-F698-498C-B95D-2FDB3252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mplate-name">
            <a:extLst xmlns:a="http://schemas.openxmlformats.org/drawingml/2006/main">
              <a:ext uri="{FF2B5EF4-FFF2-40B4-BE49-F238E27FC236}">
                <a16:creationId xmlns:a16="http://schemas.microsoft.com/office/drawing/2014/main" id="{0FE5A7CA-7C01-47C4-9E13-7EE7B03B3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24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rtl="1" algn="r">
              <a:defRPr sz="1350" b="1">
                <a:solidFill>
                  <a:srgbClr val="FFFFFF"/>
                </a:solidFill>
              </a:defRPr>
            </a:pPr>
            <a:r>
              <a:rPr lang="ar-SA" sz="1350" b="1">
                <a:solidFill>
                  <a:srgbClr val="FFFFFF"/>
                </a:solidFill>
              </a:rPr>
              <a:t>جدول الجلسة المباشرة</a:t>
            </a:r>
          </a:p>
        </p:txBody>
      </p:sp>
      <p:sp>
        <p:nvSpPr>
          <p:cNvPr id="3" name="slide-section">
            <a:extLst xmlns:a="http://schemas.openxmlformats.org/drawingml/2006/main">
              <a:ext uri="{FF2B5EF4-FFF2-40B4-BE49-F238E27FC236}">
                <a16:creationId xmlns:a16="http://schemas.microsoft.com/office/drawing/2014/main" id="{FA1583DC-718D-47B2-9B21-9DF0199F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524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rtl="1" algn="l">
              <a:defRPr sz="1200" b="1">
                <a:solidFill>
                  <a:srgbClr val="FFFFFF"/>
                </a:solidFill>
              </a:defRPr>
            </a:pPr>
            <a:r>
              <a:rPr lang="ar-SA" sz="1200" b="1">
                <a:solidFill>
                  <a:srgbClr val="FFFFFF"/>
                </a:solidFill>
              </a:rPr>
              <a:t>شريحة الموضوع ٢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99D7496-97CC-4806-B036-96D6A6D97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4300"/>
            <a:ext cx="895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ctr">
              <a:defRPr sz="1800" b="1">
                <a:solidFill>
                  <a:srgbClr val="2F6F4E"/>
                </a:solidFill>
              </a:defRPr>
            </a:pPr>
            <a:r>
              <a:rPr lang="ar-SA" sz="1800" b="1">
                <a:solidFill>
                  <a:srgbClr val="2F6F4E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D50A03-BCCF-4E3D-BF35-BB3406CD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B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illable-footer">
            <a:extLst xmlns:a="http://schemas.openxmlformats.org/drawingml/2006/main">
              <a:ext uri="{FF2B5EF4-FFF2-40B4-BE49-F238E27FC236}">
                <a16:creationId xmlns:a16="http://schemas.microsoft.com/office/drawing/2014/main" id="{85A530FA-17AF-444B-B7EB-5A1A3C58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65913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rtl="1" algn="r">
              <a:defRPr sz="975" b="1">
                <a:solidFill>
                  <a:srgbClr val="60735F"/>
                </a:solidFill>
              </a:defRPr>
            </a:pPr>
            <a:r>
              <a:rPr lang="ar-SA" sz="975" b="1">
                <a:solidFill>
                  <a:srgbClr val="60735F"/>
                </a:solidFill>
              </a:rPr>
              <a:t>[اسم الصف]   [المعلم]   [التاريخ]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E74A907-5B0E-47CD-AAB1-1EF6F421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066800"/>
            <a:ext cx="914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rtl="1" algn="r">
              <a:defRPr sz="3150" b="1">
                <a:solidFill>
                  <a:srgbClr val="173044"/>
                </a:solidFill>
              </a:defRPr>
            </a:pPr>
            <a:r>
              <a:rPr lang="ar-SA" sz="3150" b="1">
                <a:solidFill>
                  <a:srgbClr val="173044"/>
                </a:solidFill>
              </a:rPr>
              <a:t>مواد موضوع الجلسة</a:t>
            </a:r>
          </a:p>
        </p:txBody>
      </p:sp>
      <p:sp>
        <p:nvSpPr>
          <p:cNvPr id="8" name="topic-label">
            <a:extLst xmlns:a="http://schemas.openxmlformats.org/drawingml/2006/main">
              <a:ext uri="{FF2B5EF4-FFF2-40B4-BE49-F238E27FC236}">
                <a16:creationId xmlns:a16="http://schemas.microsoft.com/office/drawing/2014/main" id="{5BD7B236-BC94-4A41-A274-28CD27D1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6573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rtl="1" algn="r">
              <a:defRPr sz="1650" b="1">
                <a:solidFill>
                  <a:srgbClr val="2F6F4E"/>
                </a:solidFill>
              </a:defRPr>
            </a:pPr>
            <a:r>
              <a:rPr lang="ar-SA" sz="1650" b="1">
                <a:solidFill>
                  <a:srgbClr val="2F6F4E"/>
                </a:solidFill>
              </a:rPr>
              <a:t>شريحة الموضوع ٢</a:t>
            </a:r>
          </a:p>
        </p:txBody>
      </p:sp>
      <p:sp>
        <p:nvSpPr>
          <p:cNvPr id="9" name="topic-prompt">
            <a:extLst xmlns:a="http://schemas.openxmlformats.org/drawingml/2006/main">
              <a:ext uri="{FF2B5EF4-FFF2-40B4-BE49-F238E27FC236}">
                <a16:creationId xmlns:a16="http://schemas.microsoft.com/office/drawing/2014/main" id="{6C6DA4BF-3573-4716-8EA2-436C1C051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668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rtl="1" algn="l">
              <a:defRPr sz="1500" b="1">
                <a:solidFill>
                  <a:srgbClr val="60735F"/>
                </a:solidFill>
              </a:defRPr>
            </a:pPr>
            <a:r>
              <a:rPr lang="ar-SA" sz="1500" b="1">
                <a:solidFill>
                  <a:srgbClr val="60735F"/>
                </a:solidFill>
              </a:rPr>
              <a:t>[أضف نقاط الشرح أو المفردات أو ملاحظات اللوح هنا.]</a:t>
            </a:r>
          </a:p>
        </p:txBody>
      </p:sp>
      <p:sp>
        <p:nvSpPr>
          <p:cNvPr id="10" name="editable-content-frame">
            <a:extLst xmlns:a="http://schemas.openxmlformats.org/drawingml/2006/main">
              <a:ext uri="{FF2B5EF4-FFF2-40B4-BE49-F238E27FC236}">
                <a16:creationId xmlns:a16="http://schemas.microsoft.com/office/drawing/2014/main" id="{1EA479BC-0D73-469C-82AA-1869CB31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10363200" cy="308610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BE5D8"/>
            </a:solidFill>
            <a:prstDash val="solid"/>
          </a:ln>
        </p:spPr>
      </p:sp>
      <p:sp>
        <p:nvSpPr>
          <p:cNvPr id="11" name="fillable-content-heading">
            <a:extLst xmlns:a="http://schemas.openxmlformats.org/drawingml/2006/main">
              <a:ext uri="{FF2B5EF4-FFF2-40B4-BE49-F238E27FC236}">
                <a16:creationId xmlns:a16="http://schemas.microsoft.com/office/drawing/2014/main" id="{C8BF4A82-C521-4DA6-B735-959C3C91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52700"/>
            <a:ext cx="967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rtl="1" algn="r">
              <a:defRPr sz="2100" b="1">
                <a:solidFill>
                  <a:srgbClr val="173044"/>
                </a:solidFill>
              </a:defRPr>
            </a:pPr>
            <a:r>
              <a:rPr lang="ar-SA" sz="2100" b="1">
                <a:solidFill>
                  <a:srgbClr val="173044"/>
                </a:solidFill>
              </a:rPr>
              <a:t>[اكتب محتوى الجلسة هنا]</a:t>
            </a:r>
          </a:p>
        </p:txBody>
      </p:sp>
      <p:sp>
        <p:nvSpPr>
          <p:cNvPr id="12" name="fillable-content-body">
            <a:extLst xmlns:a="http://schemas.openxmlformats.org/drawingml/2006/main">
              <a:ext uri="{FF2B5EF4-FFF2-40B4-BE49-F238E27FC236}">
                <a16:creationId xmlns:a16="http://schemas.microsoft.com/office/drawing/2014/main" id="{7043776E-D44E-4842-A12A-A86FC6F44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14700"/>
            <a:ext cx="9677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rtl="1" algn="r">
              <a:defRPr sz="1650" b="0">
                <a:solidFill>
                  <a:srgbClr val="60735F"/>
                </a:solidFill>
              </a:defRPr>
            </a:pPr>
            <a:r>
              <a:rPr lang="ar-SA" sz="1650" b="0">
                <a:solidFill>
                  <a:srgbClr val="60735F"/>
                </a:solidFill>
              </a:rPr>
              <a:t>[أضف ملاحظات أو أمثلة أو نصًا عربيًا أو صورًا أو أسئلة تدريب. اجعل كل شريحة بسيطة لتبقى واضحة داخل BigBlueButton.]</a:t>
            </a:r>
          </a:p>
        </p:txBody>
      </p:sp>
      <p:pic>
        <p:nvPicPr>
          <p:cNvPr id="904" name="Ehel Academy crest" descr="Ehel Academy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EhelCrest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506200" y="76200"/>
            <a:ext cx="457200" cy="457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8707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CD7FFB-9D7E-4AA2-BBB4-96217D4F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mplate-name">
            <a:extLst xmlns:a="http://schemas.openxmlformats.org/drawingml/2006/main">
              <a:ext uri="{FF2B5EF4-FFF2-40B4-BE49-F238E27FC236}">
                <a16:creationId xmlns:a16="http://schemas.microsoft.com/office/drawing/2014/main" id="{5548C989-0541-4351-998F-137D2B5D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24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rtl="1" algn="r">
              <a:defRPr sz="1350" b="1">
                <a:solidFill>
                  <a:srgbClr val="FFFFFF"/>
                </a:solidFill>
              </a:defRPr>
            </a:pPr>
            <a:r>
              <a:rPr lang="ar-SA" sz="1350" b="1">
                <a:solidFill>
                  <a:srgbClr val="FFFFFF"/>
                </a:solidFill>
              </a:rPr>
              <a:t>جدول الجلسة المباشرة</a:t>
            </a:r>
          </a:p>
        </p:txBody>
      </p:sp>
      <p:sp>
        <p:nvSpPr>
          <p:cNvPr id="3" name="slide-section">
            <a:extLst xmlns:a="http://schemas.openxmlformats.org/drawingml/2006/main">
              <a:ext uri="{FF2B5EF4-FFF2-40B4-BE49-F238E27FC236}">
                <a16:creationId xmlns:a16="http://schemas.microsoft.com/office/drawing/2014/main" id="{540D68AD-AD74-4DF4-BC41-5B8E6B5BC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524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rtl="1" algn="l">
              <a:defRPr sz="1200" b="1">
                <a:solidFill>
                  <a:srgbClr val="FFFFFF"/>
                </a:solidFill>
              </a:defRPr>
            </a:pPr>
            <a:r>
              <a:rPr lang="ar-SA" sz="1200" b="1">
                <a:solidFill>
                  <a:srgbClr val="FFFFFF"/>
                </a:solidFill>
              </a:rPr>
              <a:t>شريحة الموضوع ٣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691929B-EA76-4090-9608-DAA6942D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4300"/>
            <a:ext cx="895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ctr">
              <a:defRPr sz="1800" b="1">
                <a:solidFill>
                  <a:srgbClr val="2F6F4E"/>
                </a:solidFill>
              </a:defRPr>
            </a:pPr>
            <a:r>
              <a:rPr lang="ar-SA" sz="1800" b="1">
                <a:solidFill>
                  <a:srgbClr val="2F6F4E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D85CAC-0842-4026-8803-F43338BB1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B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illable-footer">
            <a:extLst xmlns:a="http://schemas.openxmlformats.org/drawingml/2006/main">
              <a:ext uri="{FF2B5EF4-FFF2-40B4-BE49-F238E27FC236}">
                <a16:creationId xmlns:a16="http://schemas.microsoft.com/office/drawing/2014/main" id="{CE59311B-CFFB-4FC3-BC41-9AD8CA6B7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65913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rtl="1" algn="r">
              <a:defRPr sz="975" b="1">
                <a:solidFill>
                  <a:srgbClr val="60735F"/>
                </a:solidFill>
              </a:defRPr>
            </a:pPr>
            <a:r>
              <a:rPr lang="ar-SA" sz="975" b="1">
                <a:solidFill>
                  <a:srgbClr val="60735F"/>
                </a:solidFill>
              </a:rPr>
              <a:t>[اسم الصف]   [المعلم]   [التاريخ]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78987F-9529-4D3E-B85D-95F129E5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066800"/>
            <a:ext cx="914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rtl="1" algn="r">
              <a:defRPr sz="3150" b="1">
                <a:solidFill>
                  <a:srgbClr val="173044"/>
                </a:solidFill>
              </a:defRPr>
            </a:pPr>
            <a:r>
              <a:rPr lang="ar-SA" sz="3150" b="1">
                <a:solidFill>
                  <a:srgbClr val="173044"/>
                </a:solidFill>
              </a:rPr>
              <a:t>مواد موضوع الجلسة</a:t>
            </a:r>
          </a:p>
        </p:txBody>
      </p:sp>
      <p:sp>
        <p:nvSpPr>
          <p:cNvPr id="8" name="topic-label">
            <a:extLst xmlns:a="http://schemas.openxmlformats.org/drawingml/2006/main">
              <a:ext uri="{FF2B5EF4-FFF2-40B4-BE49-F238E27FC236}">
                <a16:creationId xmlns:a16="http://schemas.microsoft.com/office/drawing/2014/main" id="{25AAF739-A4FD-4EED-9554-2F782404A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6573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rtl="1" algn="r">
              <a:defRPr sz="1650" b="1">
                <a:solidFill>
                  <a:srgbClr val="2F6F4E"/>
                </a:solidFill>
              </a:defRPr>
            </a:pPr>
            <a:r>
              <a:rPr lang="ar-SA" sz="1650" b="1">
                <a:solidFill>
                  <a:srgbClr val="2F6F4E"/>
                </a:solidFill>
              </a:rPr>
              <a:t>شريحة الموضوع ٣</a:t>
            </a:r>
          </a:p>
        </p:txBody>
      </p:sp>
      <p:sp>
        <p:nvSpPr>
          <p:cNvPr id="9" name="topic-prompt">
            <a:extLst xmlns:a="http://schemas.openxmlformats.org/drawingml/2006/main">
              <a:ext uri="{FF2B5EF4-FFF2-40B4-BE49-F238E27FC236}">
                <a16:creationId xmlns:a16="http://schemas.microsoft.com/office/drawing/2014/main" id="{C73D8A08-F1DF-4CD2-8BDF-A1A9814C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668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rtl="1" algn="l">
              <a:defRPr sz="1500" b="1">
                <a:solidFill>
                  <a:srgbClr val="60735F"/>
                </a:solidFill>
              </a:defRPr>
            </a:pPr>
            <a:r>
              <a:rPr lang="ar-SA" sz="1500" b="1">
                <a:solidFill>
                  <a:srgbClr val="60735F"/>
                </a:solidFill>
              </a:rPr>
              <a:t>[أضف تعليمات التدريب الموجه أو أمثلة الطلاب هنا.]</a:t>
            </a:r>
          </a:p>
        </p:txBody>
      </p:sp>
      <p:sp>
        <p:nvSpPr>
          <p:cNvPr id="10" name="editable-content-frame">
            <a:extLst xmlns:a="http://schemas.openxmlformats.org/drawingml/2006/main">
              <a:ext uri="{FF2B5EF4-FFF2-40B4-BE49-F238E27FC236}">
                <a16:creationId xmlns:a16="http://schemas.microsoft.com/office/drawing/2014/main" id="{31C26A97-C0F5-4CDA-AA82-170A1A32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10363200" cy="308610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BE5D8"/>
            </a:solidFill>
            <a:prstDash val="solid"/>
          </a:ln>
        </p:spPr>
      </p:sp>
      <p:sp>
        <p:nvSpPr>
          <p:cNvPr id="11" name="fillable-content-heading">
            <a:extLst xmlns:a="http://schemas.openxmlformats.org/drawingml/2006/main">
              <a:ext uri="{FF2B5EF4-FFF2-40B4-BE49-F238E27FC236}">
                <a16:creationId xmlns:a16="http://schemas.microsoft.com/office/drawing/2014/main" id="{F37589AF-23F7-47B4-AAB5-17A3EC558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52700"/>
            <a:ext cx="967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rtl="1" algn="r">
              <a:defRPr sz="2100" b="1">
                <a:solidFill>
                  <a:srgbClr val="173044"/>
                </a:solidFill>
              </a:defRPr>
            </a:pPr>
            <a:r>
              <a:rPr lang="ar-SA" sz="2100" b="1">
                <a:solidFill>
                  <a:srgbClr val="173044"/>
                </a:solidFill>
              </a:rPr>
              <a:t>[اكتب محتوى الجلسة هنا]</a:t>
            </a:r>
          </a:p>
        </p:txBody>
      </p:sp>
      <p:sp>
        <p:nvSpPr>
          <p:cNvPr id="12" name="fillable-content-body">
            <a:extLst xmlns:a="http://schemas.openxmlformats.org/drawingml/2006/main">
              <a:ext uri="{FF2B5EF4-FFF2-40B4-BE49-F238E27FC236}">
                <a16:creationId xmlns:a16="http://schemas.microsoft.com/office/drawing/2014/main" id="{F83499B8-3666-4F6A-BEA3-4DA93BB86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14700"/>
            <a:ext cx="9677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rtl="1" algn="r">
              <a:defRPr sz="1650" b="0">
                <a:solidFill>
                  <a:srgbClr val="60735F"/>
                </a:solidFill>
              </a:defRPr>
            </a:pPr>
            <a:r>
              <a:rPr lang="ar-SA" sz="1650" b="0">
                <a:solidFill>
                  <a:srgbClr val="60735F"/>
                </a:solidFill>
              </a:rPr>
              <a:t>[أضف ملاحظات أو أمثلة أو نصًا عربيًا أو صورًا أو أسئلة تدريب. اجعل كل شريحة بسيطة لتبقى واضحة داخل BigBlueButton.]</a:t>
            </a:r>
          </a:p>
        </p:txBody>
      </p:sp>
      <p:pic>
        <p:nvPicPr>
          <p:cNvPr id="905" name="Ehel Academy crest" descr="Ehel Academy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EhelCrest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506200" y="76200"/>
            <a:ext cx="457200" cy="457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075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9497A0-41FE-4B60-976D-F171F6CB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mplate-name">
            <a:extLst xmlns:a="http://schemas.openxmlformats.org/drawingml/2006/main">
              <a:ext uri="{FF2B5EF4-FFF2-40B4-BE49-F238E27FC236}">
                <a16:creationId xmlns:a16="http://schemas.microsoft.com/office/drawing/2014/main" id="{2B339F4B-39CD-48F1-BF2D-B09D18FC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24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rtl="1" algn="r">
              <a:defRPr sz="1350" b="1">
                <a:solidFill>
                  <a:srgbClr val="FFFFFF"/>
                </a:solidFill>
              </a:defRPr>
            </a:pPr>
            <a:r>
              <a:rPr lang="ar-SA" sz="1350" b="1">
                <a:solidFill>
                  <a:srgbClr val="FFFFFF"/>
                </a:solidFill>
              </a:rPr>
              <a:t>جدول الجلسة المباشرة</a:t>
            </a:r>
          </a:p>
        </p:txBody>
      </p:sp>
      <p:sp>
        <p:nvSpPr>
          <p:cNvPr id="3" name="slide-section">
            <a:extLst xmlns:a="http://schemas.openxmlformats.org/drawingml/2006/main">
              <a:ext uri="{FF2B5EF4-FFF2-40B4-BE49-F238E27FC236}">
                <a16:creationId xmlns:a16="http://schemas.microsoft.com/office/drawing/2014/main" id="{D1C737B5-01AD-46B7-B5AB-E214EE9DE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524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rtl="1" algn="l">
              <a:defRPr sz="1200" b="1">
                <a:solidFill>
                  <a:srgbClr val="FFFFFF"/>
                </a:solidFill>
              </a:defRPr>
            </a:pPr>
            <a:r>
              <a:rPr lang="ar-SA" sz="1200" b="1">
                <a:solidFill>
                  <a:srgbClr val="FFFFFF"/>
                </a:solidFill>
              </a:rPr>
              <a:t>شريحة الموضوع ٤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D2C3906-A4E8-47DD-A213-21A82F6B7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4300"/>
            <a:ext cx="895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ctr">
              <a:defRPr sz="1800" b="1">
                <a:solidFill>
                  <a:srgbClr val="2F6F4E"/>
                </a:solidFill>
              </a:defRPr>
            </a:pPr>
            <a:r>
              <a:rPr lang="ar-SA" sz="1800" b="1">
                <a:solidFill>
                  <a:srgbClr val="2F6F4E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B37446-531C-47E9-9715-42985A001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B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illable-footer">
            <a:extLst xmlns:a="http://schemas.openxmlformats.org/drawingml/2006/main">
              <a:ext uri="{FF2B5EF4-FFF2-40B4-BE49-F238E27FC236}">
                <a16:creationId xmlns:a16="http://schemas.microsoft.com/office/drawing/2014/main" id="{CAD16297-C5E7-49A4-B1BC-C7E07AE8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65913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rtl="1" algn="r">
              <a:defRPr sz="975" b="1">
                <a:solidFill>
                  <a:srgbClr val="60735F"/>
                </a:solidFill>
              </a:defRPr>
            </a:pPr>
            <a:r>
              <a:rPr lang="ar-SA" sz="975" b="1">
                <a:solidFill>
                  <a:srgbClr val="60735F"/>
                </a:solidFill>
              </a:rPr>
              <a:t>[اسم الصف]   [المعلم]   [التاريخ]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405FAF5-89B4-4EC6-B6AB-5B06F37C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066800"/>
            <a:ext cx="914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rtl="1" algn="r">
              <a:defRPr sz="3150" b="1">
                <a:solidFill>
                  <a:srgbClr val="173044"/>
                </a:solidFill>
              </a:defRPr>
            </a:pPr>
            <a:r>
              <a:rPr lang="ar-SA" sz="3150" b="1">
                <a:solidFill>
                  <a:srgbClr val="173044"/>
                </a:solidFill>
              </a:rPr>
              <a:t>مواد موضوع الجلسة</a:t>
            </a:r>
          </a:p>
        </p:txBody>
      </p:sp>
      <p:sp>
        <p:nvSpPr>
          <p:cNvPr id="8" name="topic-label">
            <a:extLst xmlns:a="http://schemas.openxmlformats.org/drawingml/2006/main">
              <a:ext uri="{FF2B5EF4-FFF2-40B4-BE49-F238E27FC236}">
                <a16:creationId xmlns:a16="http://schemas.microsoft.com/office/drawing/2014/main" id="{0F7D88EE-9973-4B8E-A63F-350C447A8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6573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rtl="1" algn="r">
              <a:defRPr sz="1650" b="1">
                <a:solidFill>
                  <a:srgbClr val="2F6F4E"/>
                </a:solidFill>
              </a:defRPr>
            </a:pPr>
            <a:r>
              <a:rPr lang="ar-SA" sz="1650" b="1">
                <a:solidFill>
                  <a:srgbClr val="2F6F4E"/>
                </a:solidFill>
              </a:rPr>
              <a:t>شريحة الموضوع ٤</a:t>
            </a:r>
          </a:p>
        </p:txBody>
      </p:sp>
      <p:sp>
        <p:nvSpPr>
          <p:cNvPr id="9" name="topic-prompt">
            <a:extLst xmlns:a="http://schemas.openxmlformats.org/drawingml/2006/main">
              <a:ext uri="{FF2B5EF4-FFF2-40B4-BE49-F238E27FC236}">
                <a16:creationId xmlns:a16="http://schemas.microsoft.com/office/drawing/2014/main" id="{86F375CB-4EFC-4B77-8218-A54ADC60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668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rtl="1" algn="l">
              <a:defRPr sz="1500" b="1">
                <a:solidFill>
                  <a:srgbClr val="60735F"/>
                </a:solidFill>
              </a:defRPr>
            </a:pPr>
            <a:r>
              <a:rPr lang="ar-SA" sz="1500" b="1">
                <a:solidFill>
                  <a:srgbClr val="60735F"/>
                </a:solidFill>
              </a:rPr>
              <a:t>[أضف نقاط التصحيح أو محور النطق أو الأمثلة هنا.]</a:t>
            </a:r>
          </a:p>
        </p:txBody>
      </p:sp>
      <p:sp>
        <p:nvSpPr>
          <p:cNvPr id="10" name="editable-content-frame">
            <a:extLst xmlns:a="http://schemas.openxmlformats.org/drawingml/2006/main">
              <a:ext uri="{FF2B5EF4-FFF2-40B4-BE49-F238E27FC236}">
                <a16:creationId xmlns:a16="http://schemas.microsoft.com/office/drawing/2014/main" id="{8B1046CD-5D7A-44F0-B434-22DEFC9F5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10363200" cy="308610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BE5D8"/>
            </a:solidFill>
            <a:prstDash val="solid"/>
          </a:ln>
        </p:spPr>
      </p:sp>
      <p:sp>
        <p:nvSpPr>
          <p:cNvPr id="11" name="fillable-content-heading">
            <a:extLst xmlns:a="http://schemas.openxmlformats.org/drawingml/2006/main">
              <a:ext uri="{FF2B5EF4-FFF2-40B4-BE49-F238E27FC236}">
                <a16:creationId xmlns:a16="http://schemas.microsoft.com/office/drawing/2014/main" id="{5FCCA4CA-A7EA-49F6-9B17-73AAD64C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52700"/>
            <a:ext cx="967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rtl="1" algn="r">
              <a:defRPr sz="2100" b="1">
                <a:solidFill>
                  <a:srgbClr val="173044"/>
                </a:solidFill>
              </a:defRPr>
            </a:pPr>
            <a:r>
              <a:rPr lang="ar-SA" sz="2100" b="1">
                <a:solidFill>
                  <a:srgbClr val="173044"/>
                </a:solidFill>
              </a:rPr>
              <a:t>[اكتب محتوى الجلسة هنا]</a:t>
            </a:r>
          </a:p>
        </p:txBody>
      </p:sp>
      <p:sp>
        <p:nvSpPr>
          <p:cNvPr id="12" name="fillable-content-body">
            <a:extLst xmlns:a="http://schemas.openxmlformats.org/drawingml/2006/main">
              <a:ext uri="{FF2B5EF4-FFF2-40B4-BE49-F238E27FC236}">
                <a16:creationId xmlns:a16="http://schemas.microsoft.com/office/drawing/2014/main" id="{143C9E88-DC13-4967-9CE2-0473E8846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14700"/>
            <a:ext cx="9677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rtl="1" algn="r">
              <a:defRPr sz="1650" b="0">
                <a:solidFill>
                  <a:srgbClr val="60735F"/>
                </a:solidFill>
              </a:defRPr>
            </a:pPr>
            <a:r>
              <a:rPr lang="ar-SA" sz="1650" b="0">
                <a:solidFill>
                  <a:srgbClr val="60735F"/>
                </a:solidFill>
              </a:rPr>
              <a:t>[أضف ملاحظات أو أمثلة أو نصًا عربيًا أو صورًا أو أسئلة تدريب. اجعل كل شريحة بسيطة لتبقى واضحة داخل BigBlueButton.]</a:t>
            </a:r>
          </a:p>
        </p:txBody>
      </p:sp>
      <p:pic>
        <p:nvPicPr>
          <p:cNvPr id="906" name="Ehel Academy crest" descr="Ehel Academy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EhelCrest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506200" y="76200"/>
            <a:ext cx="457200" cy="457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9363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006840-1C9E-4945-A605-08D87F55D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mplate-name">
            <a:extLst xmlns:a="http://schemas.openxmlformats.org/drawingml/2006/main">
              <a:ext uri="{FF2B5EF4-FFF2-40B4-BE49-F238E27FC236}">
                <a16:creationId xmlns:a16="http://schemas.microsoft.com/office/drawing/2014/main" id="{184703B3-6E6D-4C93-A6D5-E31F509A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24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rtl="1" algn="r">
              <a:defRPr sz="1350" b="1">
                <a:solidFill>
                  <a:srgbClr val="FFFFFF"/>
                </a:solidFill>
              </a:defRPr>
            </a:pPr>
            <a:r>
              <a:rPr lang="ar-SA" sz="1350" b="1">
                <a:solidFill>
                  <a:srgbClr val="FFFFFF"/>
                </a:solidFill>
              </a:rPr>
              <a:t>جدول الجلسة المباشرة</a:t>
            </a:r>
          </a:p>
        </p:txBody>
      </p:sp>
      <p:sp>
        <p:nvSpPr>
          <p:cNvPr id="3" name="slide-section">
            <a:extLst xmlns:a="http://schemas.openxmlformats.org/drawingml/2006/main">
              <a:ext uri="{FF2B5EF4-FFF2-40B4-BE49-F238E27FC236}">
                <a16:creationId xmlns:a16="http://schemas.microsoft.com/office/drawing/2014/main" id="{7D74F873-0197-42BC-B1D5-7C8A1AC3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524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rtl="1" algn="l">
              <a:defRPr sz="1200" b="1">
                <a:solidFill>
                  <a:srgbClr val="FFFFFF"/>
                </a:solidFill>
              </a:defRPr>
            </a:pPr>
            <a:r>
              <a:rPr lang="ar-SA" sz="1200" b="1">
                <a:solidFill>
                  <a:srgbClr val="FFFFFF"/>
                </a:solidFill>
              </a:rPr>
              <a:t>شريحة الموضوع ٥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06F8A5E-B94E-4809-91FA-4746274C1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4300"/>
            <a:ext cx="895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ctr">
              <a:defRPr sz="1800" b="1">
                <a:solidFill>
                  <a:srgbClr val="2F6F4E"/>
                </a:solidFill>
              </a:defRPr>
            </a:pPr>
            <a:r>
              <a:rPr lang="ar-SA" sz="1800" b="1">
                <a:solidFill>
                  <a:srgbClr val="2F6F4E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605523-6A98-4232-919D-B7C85C993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B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illable-footer">
            <a:extLst xmlns:a="http://schemas.openxmlformats.org/drawingml/2006/main">
              <a:ext uri="{FF2B5EF4-FFF2-40B4-BE49-F238E27FC236}">
                <a16:creationId xmlns:a16="http://schemas.microsoft.com/office/drawing/2014/main" id="{70538EBC-5CD2-4625-AF85-B3A7931D3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65913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rtl="1" algn="r">
              <a:defRPr sz="975" b="1">
                <a:solidFill>
                  <a:srgbClr val="60735F"/>
                </a:solidFill>
              </a:defRPr>
            </a:pPr>
            <a:r>
              <a:rPr lang="ar-SA" sz="975" b="1">
                <a:solidFill>
                  <a:srgbClr val="60735F"/>
                </a:solidFill>
              </a:rPr>
              <a:t>[اسم الصف]   [المعلم]   [التاريخ]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F1F166F-5C3F-45C1-B81D-7E30B8E01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066800"/>
            <a:ext cx="914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rtl="1" algn="r">
              <a:defRPr sz="3150" b="1">
                <a:solidFill>
                  <a:srgbClr val="173044"/>
                </a:solidFill>
              </a:defRPr>
            </a:pPr>
            <a:r>
              <a:rPr lang="ar-SA" sz="3150" b="1">
                <a:solidFill>
                  <a:srgbClr val="173044"/>
                </a:solidFill>
              </a:rPr>
              <a:t>مواد موضوع الجلسة</a:t>
            </a:r>
          </a:p>
        </p:txBody>
      </p:sp>
      <p:sp>
        <p:nvSpPr>
          <p:cNvPr id="8" name="topic-label">
            <a:extLst xmlns:a="http://schemas.openxmlformats.org/drawingml/2006/main">
              <a:ext uri="{FF2B5EF4-FFF2-40B4-BE49-F238E27FC236}">
                <a16:creationId xmlns:a16="http://schemas.microsoft.com/office/drawing/2014/main" id="{E4C38E9C-0D08-4F80-AD01-DB9883097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6573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rtl="1" algn="r">
              <a:defRPr sz="1650" b="1">
                <a:solidFill>
                  <a:srgbClr val="2F6F4E"/>
                </a:solidFill>
              </a:defRPr>
            </a:pPr>
            <a:r>
              <a:rPr lang="ar-SA" sz="1650" b="1">
                <a:solidFill>
                  <a:srgbClr val="2F6F4E"/>
                </a:solidFill>
              </a:rPr>
              <a:t>شريحة الموضوع ٥</a:t>
            </a:r>
          </a:p>
        </p:txBody>
      </p:sp>
      <p:sp>
        <p:nvSpPr>
          <p:cNvPr id="9" name="topic-prompt">
            <a:extLst xmlns:a="http://schemas.openxmlformats.org/drawingml/2006/main">
              <a:ext uri="{FF2B5EF4-FFF2-40B4-BE49-F238E27FC236}">
                <a16:creationId xmlns:a16="http://schemas.microsoft.com/office/drawing/2014/main" id="{8A314C77-BBF2-466F-B3FD-B3043861A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668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rtl="1" algn="l">
              <a:defRPr sz="1500" b="1">
                <a:solidFill>
                  <a:srgbClr val="60735F"/>
                </a:solidFill>
              </a:defRPr>
            </a:pPr>
            <a:r>
              <a:rPr lang="ar-SA" sz="1500" b="1">
                <a:solidFill>
                  <a:srgbClr val="60735F"/>
                </a:solidFill>
              </a:rPr>
              <a:t>[أضف نشاط المراجعة النهائي أو أسئلة التحقق أو أمثلة الخلاصة هنا.]</a:t>
            </a:r>
          </a:p>
        </p:txBody>
      </p:sp>
      <p:sp>
        <p:nvSpPr>
          <p:cNvPr id="10" name="editable-content-frame">
            <a:extLst xmlns:a="http://schemas.openxmlformats.org/drawingml/2006/main">
              <a:ext uri="{FF2B5EF4-FFF2-40B4-BE49-F238E27FC236}">
                <a16:creationId xmlns:a16="http://schemas.microsoft.com/office/drawing/2014/main" id="{2D88C62C-1E46-42F3-ACBB-2DABA883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10363200" cy="308610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BE5D8"/>
            </a:solidFill>
            <a:prstDash val="solid"/>
          </a:ln>
        </p:spPr>
      </p:sp>
      <p:sp>
        <p:nvSpPr>
          <p:cNvPr id="11" name="fillable-content-heading">
            <a:extLst xmlns:a="http://schemas.openxmlformats.org/drawingml/2006/main">
              <a:ext uri="{FF2B5EF4-FFF2-40B4-BE49-F238E27FC236}">
                <a16:creationId xmlns:a16="http://schemas.microsoft.com/office/drawing/2014/main" id="{906A8ED4-6EAA-47FD-90D9-C744550A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52700"/>
            <a:ext cx="967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rtl="1" algn="r">
              <a:defRPr sz="2100" b="1">
                <a:solidFill>
                  <a:srgbClr val="173044"/>
                </a:solidFill>
              </a:defRPr>
            </a:pPr>
            <a:r>
              <a:rPr lang="ar-SA" sz="2100" b="1">
                <a:solidFill>
                  <a:srgbClr val="173044"/>
                </a:solidFill>
              </a:rPr>
              <a:t>[اكتب محتوى الجلسة هنا]</a:t>
            </a:r>
          </a:p>
        </p:txBody>
      </p:sp>
      <p:sp>
        <p:nvSpPr>
          <p:cNvPr id="12" name="fillable-content-body">
            <a:extLst xmlns:a="http://schemas.openxmlformats.org/drawingml/2006/main">
              <a:ext uri="{FF2B5EF4-FFF2-40B4-BE49-F238E27FC236}">
                <a16:creationId xmlns:a16="http://schemas.microsoft.com/office/drawing/2014/main" id="{C2020847-76E3-42C1-A9FE-B77D944D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14700"/>
            <a:ext cx="9677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rtl="1" algn="r">
              <a:defRPr sz="1650" b="0">
                <a:solidFill>
                  <a:srgbClr val="60735F"/>
                </a:solidFill>
              </a:defRPr>
            </a:pPr>
            <a:r>
              <a:rPr lang="ar-SA" sz="1650" b="0">
                <a:solidFill>
                  <a:srgbClr val="60735F"/>
                </a:solidFill>
              </a:rPr>
              <a:t>[أضف ملاحظات أو أمثلة أو نصًا عربيًا أو صورًا أو أسئلة تدريب. اجعل كل شريحة بسيطة لتبقى واضحة داخل BigBlueButton.]</a:t>
            </a:r>
          </a:p>
        </p:txBody>
      </p:sp>
      <p:pic>
        <p:nvPicPr>
          <p:cNvPr id="907" name="Ehel Academy crest" descr="Ehel Academy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EhelCrest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506200" y="76200"/>
            <a:ext cx="457200" cy="457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6034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A682EB-69AD-45B0-BAD4-EA6533CDB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mplate-name">
            <a:extLst xmlns:a="http://schemas.openxmlformats.org/drawingml/2006/main">
              <a:ext uri="{FF2B5EF4-FFF2-40B4-BE49-F238E27FC236}">
                <a16:creationId xmlns:a16="http://schemas.microsoft.com/office/drawing/2014/main" id="{AB283C2D-C61A-4D35-BC06-DF538802B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24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rtl="1" algn="r">
              <a:defRPr sz="1350" b="1">
                <a:solidFill>
                  <a:srgbClr val="FFFFFF"/>
                </a:solidFill>
              </a:defRPr>
            </a:pPr>
            <a:r>
              <a:rPr lang="ar-SA" sz="1350" b="1">
                <a:solidFill>
                  <a:srgbClr val="FFFFFF"/>
                </a:solidFill>
              </a:rPr>
              <a:t>جدول الجلسة المباشرة</a:t>
            </a:r>
          </a:p>
        </p:txBody>
      </p:sp>
      <p:sp>
        <p:nvSpPr>
          <p:cNvPr id="3" name="slide-section">
            <a:extLst xmlns:a="http://schemas.openxmlformats.org/drawingml/2006/main">
              <a:ext uri="{FF2B5EF4-FFF2-40B4-BE49-F238E27FC236}">
                <a16:creationId xmlns:a16="http://schemas.microsoft.com/office/drawing/2014/main" id="{BDA074D7-A3BC-4960-8C39-005499F44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524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rtl="1" algn="l">
              <a:defRPr sz="1200" b="1">
                <a:solidFill>
                  <a:srgbClr val="FFFFFF"/>
                </a:solidFill>
              </a:defRPr>
            </a:pPr>
            <a:r>
              <a:rPr lang="ar-SA" sz="1200" b="1">
                <a:solidFill>
                  <a:srgbClr val="FFFFFF"/>
                </a:solidFill>
              </a:rPr>
              <a:t>الملخص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DBE7170-0479-44A7-AA61-018A8775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4300"/>
            <a:ext cx="895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ctr">
              <a:defRPr sz="1800" b="1">
                <a:solidFill>
                  <a:srgbClr val="2F6F4E"/>
                </a:solidFill>
              </a:defRPr>
            </a:pPr>
            <a:r>
              <a:rPr lang="ar-SA" sz="1800" b="1">
                <a:solidFill>
                  <a:srgbClr val="2F6F4E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35C154-E655-4716-8F47-1FEE4F09E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B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illable-footer">
            <a:extLst xmlns:a="http://schemas.openxmlformats.org/drawingml/2006/main">
              <a:ext uri="{FF2B5EF4-FFF2-40B4-BE49-F238E27FC236}">
                <a16:creationId xmlns:a16="http://schemas.microsoft.com/office/drawing/2014/main" id="{40BD3A70-E46E-4C96-9CD3-128166A8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65913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rtl="1" algn="r">
              <a:defRPr sz="975" b="1">
                <a:solidFill>
                  <a:srgbClr val="60735F"/>
                </a:solidFill>
              </a:defRPr>
            </a:pPr>
            <a:r>
              <a:rPr lang="ar-SA" sz="975" b="1">
                <a:solidFill>
                  <a:srgbClr val="60735F"/>
                </a:solidFill>
              </a:rPr>
              <a:t>[اسم الصف]   [المعلم]   [التاريخ]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461C780-807F-4129-B5A4-1C4B478E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066800"/>
            <a:ext cx="914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rtl="1" algn="r">
              <a:defRPr sz="3150" b="1">
                <a:solidFill>
                  <a:srgbClr val="173044"/>
                </a:solidFill>
              </a:defRPr>
            </a:pPr>
            <a:r>
              <a:rPr lang="ar-SA" sz="3150" b="1">
                <a:solidFill>
                  <a:srgbClr val="173044"/>
                </a:solidFill>
              </a:rPr>
              <a:t>الملخص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5280FE-9B48-4658-B94A-B87AC596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095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6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illable-list-item-1">
            <a:extLst xmlns:a="http://schemas.openxmlformats.org/drawingml/2006/main">
              <a:ext uri="{FF2B5EF4-FFF2-40B4-BE49-F238E27FC236}">
                <a16:creationId xmlns:a16="http://schemas.microsoft.com/office/drawing/2014/main" id="{77F7B040-D610-4EB5-89A3-6CEDF3F9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0193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r">
              <a:defRPr sz="2100" b="1">
                <a:solidFill>
                  <a:srgbClr val="173044"/>
                </a:solidFill>
              </a:defRPr>
            </a:pPr>
            <a:r>
              <a:rPr lang="ar-SA" sz="2100" b="1">
                <a:solidFill>
                  <a:srgbClr val="173044"/>
                </a:solidFill>
              </a:rPr>
              <a:t>[ما تعلمه الطلاب]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BBBB90-CD32-4A5D-9273-F01CD61D0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781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illable-list-item-2">
            <a:extLst xmlns:a="http://schemas.openxmlformats.org/drawingml/2006/main">
              <a:ext uri="{FF2B5EF4-FFF2-40B4-BE49-F238E27FC236}">
                <a16:creationId xmlns:a16="http://schemas.microsoft.com/office/drawing/2014/main" id="{81AB4FC1-2A2A-46EE-8EA6-039E5524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051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r">
              <a:defRPr sz="2100" b="1">
                <a:solidFill>
                  <a:srgbClr val="173044"/>
                </a:solidFill>
              </a:defRPr>
            </a:pPr>
            <a:r>
              <a:rPr lang="ar-SA" sz="2100" b="1">
                <a:solidFill>
                  <a:srgbClr val="173044"/>
                </a:solidFill>
              </a:rPr>
              <a:t>[ما تدرب عليه الطلاب]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59F785-E8FC-4C30-B39F-30B37288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467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6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illable-list-item-3">
            <a:extLst xmlns:a="http://schemas.openxmlformats.org/drawingml/2006/main">
              <a:ext uri="{FF2B5EF4-FFF2-40B4-BE49-F238E27FC236}">
                <a16:creationId xmlns:a16="http://schemas.microsoft.com/office/drawing/2014/main" id="{7C285B11-1F73-4779-B98C-F811E6BA8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3909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r">
              <a:defRPr sz="2100" b="1">
                <a:solidFill>
                  <a:srgbClr val="173044"/>
                </a:solidFill>
              </a:defRPr>
            </a:pPr>
            <a:r>
              <a:rPr lang="ar-SA" sz="2100" b="1">
                <a:solidFill>
                  <a:srgbClr val="173044"/>
                </a:solidFill>
              </a:rPr>
              <a:t>[تصحيح أو تذكير مشترك]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3BFD35-B76A-4834-B436-D6D0F6BF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152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illable-list-item-4">
            <a:extLst xmlns:a="http://schemas.openxmlformats.org/drawingml/2006/main">
              <a:ext uri="{FF2B5EF4-FFF2-40B4-BE49-F238E27FC236}">
                <a16:creationId xmlns:a16="http://schemas.microsoft.com/office/drawing/2014/main" id="{F0503F0F-D6A6-498F-9AB0-286415B3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0767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r">
              <a:defRPr sz="2100" b="1">
                <a:solidFill>
                  <a:srgbClr val="173044"/>
                </a:solidFill>
              </a:defRPr>
            </a:pPr>
            <a:r>
              <a:rPr lang="ar-SA" sz="2100" b="1">
                <a:solidFill>
                  <a:srgbClr val="173044"/>
                </a:solidFill>
              </a:rPr>
              <a:t>[واجب أو هدف تدريب]</a:t>
            </a:r>
          </a:p>
        </p:txBody>
      </p:sp>
      <p:pic>
        <p:nvPicPr>
          <p:cNvPr id="908" name="Ehel Academy crest" descr="Ehel Academy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EhelCrest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506200" y="76200"/>
            <a:ext cx="457200" cy="457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4506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201E7A-F223-4BB6-BC60-035FB1EB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mplate-name">
            <a:extLst xmlns:a="http://schemas.openxmlformats.org/drawingml/2006/main">
              <a:ext uri="{FF2B5EF4-FFF2-40B4-BE49-F238E27FC236}">
                <a16:creationId xmlns:a16="http://schemas.microsoft.com/office/drawing/2014/main" id="{19DDEFA8-9894-4917-A5CF-48A59A5C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24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rtl="1" algn="r">
              <a:defRPr sz="1350" b="1">
                <a:solidFill>
                  <a:srgbClr val="FFFFFF"/>
                </a:solidFill>
              </a:defRPr>
            </a:pPr>
            <a:r>
              <a:rPr lang="ar-SA" sz="1350" b="1">
                <a:solidFill>
                  <a:srgbClr val="FFFFFF"/>
                </a:solidFill>
              </a:rPr>
              <a:t>جدول الجلسة المباشرة</a:t>
            </a:r>
          </a:p>
        </p:txBody>
      </p:sp>
      <p:sp>
        <p:nvSpPr>
          <p:cNvPr id="3" name="slide-section">
            <a:extLst xmlns:a="http://schemas.openxmlformats.org/drawingml/2006/main">
              <a:ext uri="{FF2B5EF4-FFF2-40B4-BE49-F238E27FC236}">
                <a16:creationId xmlns:a16="http://schemas.microsoft.com/office/drawing/2014/main" id="{D2F9F531-9DE6-4255-8193-0D18AB50A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524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rtl="1" algn="l">
              <a:defRPr sz="1200" b="1">
                <a:solidFill>
                  <a:srgbClr val="FFFFFF"/>
                </a:solidFill>
              </a:defRPr>
            </a:pPr>
            <a:r>
              <a:rPr lang="ar-SA" sz="1200" b="1">
                <a:solidFill>
                  <a:srgbClr val="FFFFFF"/>
                </a:solidFill>
              </a:rPr>
              <a:t>الجلسة القادمة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31AC402-944E-4C22-B250-49CACC063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4300"/>
            <a:ext cx="895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ctr">
              <a:defRPr sz="1800" b="1">
                <a:solidFill>
                  <a:srgbClr val="2F6F4E"/>
                </a:solidFill>
              </a:defRPr>
            </a:pPr>
            <a:r>
              <a:rPr lang="ar-SA" sz="1800" b="1">
                <a:solidFill>
                  <a:srgbClr val="2F6F4E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6523F1-C71A-4FBA-A8EC-24CF6794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B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illable-footer">
            <a:extLst xmlns:a="http://schemas.openxmlformats.org/drawingml/2006/main">
              <a:ext uri="{FF2B5EF4-FFF2-40B4-BE49-F238E27FC236}">
                <a16:creationId xmlns:a16="http://schemas.microsoft.com/office/drawing/2014/main" id="{550DCAA4-7186-4757-90F4-9DB2DD65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65913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rtl="1" algn="r">
              <a:defRPr sz="975" b="1">
                <a:solidFill>
                  <a:srgbClr val="60735F"/>
                </a:solidFill>
              </a:defRPr>
            </a:pPr>
            <a:r>
              <a:rPr lang="ar-SA" sz="975" b="1">
                <a:solidFill>
                  <a:srgbClr val="60735F"/>
                </a:solidFill>
              </a:rPr>
              <a:t>[اسم الصف]   [المعلم]   [التاريخ]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1A0F553-DF6A-4831-BE30-B744AE461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066800"/>
            <a:ext cx="914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rtl="1" algn="r">
              <a:defRPr sz="3150" b="1">
                <a:solidFill>
                  <a:srgbClr val="173044"/>
                </a:solidFill>
              </a:defRPr>
            </a:pPr>
            <a:r>
              <a:rPr lang="ar-SA" sz="3150" b="1">
                <a:solidFill>
                  <a:srgbClr val="173044"/>
                </a:solidFill>
              </a:rPr>
              <a:t>الجلسة القادمة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D2235B-97C4-419C-83E1-DC3E23A9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095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6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illable-list-item-1">
            <a:extLst xmlns:a="http://schemas.openxmlformats.org/drawingml/2006/main">
              <a:ext uri="{FF2B5EF4-FFF2-40B4-BE49-F238E27FC236}">
                <a16:creationId xmlns:a16="http://schemas.microsoft.com/office/drawing/2014/main" id="{6B6162AD-1CC0-48DF-B9B5-F49E64C6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0193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r">
              <a:defRPr sz="2100" b="1">
                <a:solidFill>
                  <a:srgbClr val="173044"/>
                </a:solidFill>
              </a:defRPr>
            </a:pPr>
            <a:r>
              <a:rPr lang="ar-SA" sz="2100" b="1">
                <a:solidFill>
                  <a:srgbClr val="173044"/>
                </a:solidFill>
              </a:rPr>
              <a:t>الموعد القادم: [التاريخ والوقت]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F5076B-EF5E-4031-81AE-4B6DE74F0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781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illable-list-item-2">
            <a:extLst xmlns:a="http://schemas.openxmlformats.org/drawingml/2006/main">
              <a:ext uri="{FF2B5EF4-FFF2-40B4-BE49-F238E27FC236}">
                <a16:creationId xmlns:a16="http://schemas.microsoft.com/office/drawing/2014/main" id="{6E526FD8-841B-453B-A423-94FBD813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051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r">
              <a:defRPr sz="2100" b="1">
                <a:solidFill>
                  <a:srgbClr val="173044"/>
                </a:solidFill>
              </a:defRPr>
            </a:pPr>
            <a:r>
              <a:rPr lang="ar-SA" sz="2100" b="1">
                <a:solidFill>
                  <a:srgbClr val="173044"/>
                </a:solidFill>
              </a:rPr>
              <a:t>الموضوع القادم: [الموضوع]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A63A2E-8DE0-4352-BDF3-F45B8B0D4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467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6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illable-list-item-3">
            <a:extLst xmlns:a="http://schemas.openxmlformats.org/drawingml/2006/main">
              <a:ext uri="{FF2B5EF4-FFF2-40B4-BE49-F238E27FC236}">
                <a16:creationId xmlns:a16="http://schemas.microsoft.com/office/drawing/2014/main" id="{321B2209-7F21-49D1-AECF-BFDE5ED4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3909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r">
              <a:defRPr sz="2100" b="1">
                <a:solidFill>
                  <a:srgbClr val="173044"/>
                </a:solidFill>
              </a:defRPr>
            </a:pPr>
            <a:r>
              <a:rPr lang="ar-SA" sz="2100" b="1">
                <a:solidFill>
                  <a:srgbClr val="173044"/>
                </a:solidFill>
              </a:rPr>
              <a:t>التحضير: [تدريب / قراءة / نشاط]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C69772-2FA5-400A-9D9A-FB017BAE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152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illable-list-item-4">
            <a:extLst xmlns:a="http://schemas.openxmlformats.org/drawingml/2006/main">
              <a:ext uri="{FF2B5EF4-FFF2-40B4-BE49-F238E27FC236}">
                <a16:creationId xmlns:a16="http://schemas.microsoft.com/office/drawing/2014/main" id="{5088DC2A-28AF-4DBC-A1E9-8067D375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0767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r">
              <a:defRPr sz="2100" b="1">
                <a:solidFill>
                  <a:srgbClr val="173044"/>
                </a:solidFill>
              </a:defRPr>
            </a:pPr>
            <a:r>
              <a:rPr lang="ar-SA" sz="2100" b="1">
                <a:solidFill>
                  <a:srgbClr val="173044"/>
                </a:solidFill>
              </a:rPr>
              <a:t>إحضار: [المواد المطلوبة]</a:t>
            </a:r>
          </a:p>
        </p:txBody>
      </p:sp>
      <p:pic>
        <p:nvPicPr>
          <p:cNvPr id="909" name="Ehel Academy crest" descr="Ehel Academy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EhelCrest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506200" y="76200"/>
            <a:ext cx="457200" cy="457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8854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965D90-FAE1-4B7B-81DA-BF898568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mplate-name">
            <a:extLst xmlns:a="http://schemas.openxmlformats.org/drawingml/2006/main">
              <a:ext uri="{FF2B5EF4-FFF2-40B4-BE49-F238E27FC236}">
                <a16:creationId xmlns:a16="http://schemas.microsoft.com/office/drawing/2014/main" id="{525BE3FE-D66D-47DA-B646-C2A0B7DC8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24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rtl="1" algn="r">
              <a:defRPr sz="1350" b="1">
                <a:solidFill>
                  <a:srgbClr val="FFFFFF"/>
                </a:solidFill>
              </a:defRPr>
            </a:pPr>
            <a:r>
              <a:rPr lang="ar-SA" sz="1350" b="1">
                <a:solidFill>
                  <a:srgbClr val="FFFFFF"/>
                </a:solidFill>
              </a:rPr>
              <a:t>جدول الجلسة المباشرة</a:t>
            </a:r>
          </a:p>
        </p:txBody>
      </p:sp>
      <p:sp>
        <p:nvSpPr>
          <p:cNvPr id="3" name="slide-section">
            <a:extLst xmlns:a="http://schemas.openxmlformats.org/drawingml/2006/main">
              <a:ext uri="{FF2B5EF4-FFF2-40B4-BE49-F238E27FC236}">
                <a16:creationId xmlns:a16="http://schemas.microsoft.com/office/drawing/2014/main" id="{F85FD0E7-543D-4DD2-95A0-14771878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524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rtl="1" algn="l">
              <a:defRPr sz="1200" b="1">
                <a:solidFill>
                  <a:srgbClr val="FFFFFF"/>
                </a:solidFill>
              </a:defRPr>
            </a:pPr>
            <a:r>
              <a:rPr lang="ar-SA" sz="1200" b="1">
                <a:solidFill>
                  <a:srgbClr val="FFFFFF"/>
                </a:solidFill>
              </a:rPr>
              <a:t>انتهت الجلسة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685BA76-57BA-48F6-A4EC-A82633E8C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4300"/>
            <a:ext cx="895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rtl="1" algn="ctr">
              <a:defRPr sz="1800" b="1">
                <a:solidFill>
                  <a:srgbClr val="2F6F4E"/>
                </a:solidFill>
              </a:defRPr>
            </a:pPr>
            <a:r>
              <a:rPr lang="ar-SA" sz="1800" b="1">
                <a:solidFill>
                  <a:srgbClr val="2F6F4E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04F99B-88D0-4080-94FB-FADB9C3F0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B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illable-footer">
            <a:extLst xmlns:a="http://schemas.openxmlformats.org/drawingml/2006/main">
              <a:ext uri="{FF2B5EF4-FFF2-40B4-BE49-F238E27FC236}">
                <a16:creationId xmlns:a16="http://schemas.microsoft.com/office/drawing/2014/main" id="{E27B1F75-71BC-4C52-8383-A30B37BD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65913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rtl="1" algn="r">
              <a:defRPr sz="975" b="1">
                <a:solidFill>
                  <a:srgbClr val="60735F"/>
                </a:solidFill>
              </a:defRPr>
            </a:pPr>
            <a:r>
              <a:rPr lang="ar-SA" sz="975" b="1">
                <a:solidFill>
                  <a:srgbClr val="60735F"/>
                </a:solidFill>
              </a:rPr>
              <a:t>[اسم الصف]   [المعلم]   [التاريخ]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3E97983-05C2-41FB-B7C8-7B46CC743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066800"/>
            <a:ext cx="914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rtl="1" algn="ctr">
              <a:defRPr sz="5700" b="1">
                <a:solidFill>
                  <a:srgbClr val="173044"/>
                </a:solidFill>
              </a:defRPr>
            </a:pPr>
            <a:r>
              <a:rPr lang="ar-SA" sz="5700" b="1">
                <a:solidFill>
                  <a:srgbClr val="173044"/>
                </a:solidFill>
              </a:rPr>
              <a:t>انتهت الجلسة</a:t>
            </a:r>
          </a:p>
        </p:txBody>
      </p:sp>
      <p:sp>
        <p:nvSpPr>
          <p:cNvPr id="8" name="end-subtitle">
            <a:extLst xmlns:a="http://schemas.openxmlformats.org/drawingml/2006/main">
              <a:ext uri="{FF2B5EF4-FFF2-40B4-BE49-F238E27FC236}">
                <a16:creationId xmlns:a16="http://schemas.microsoft.com/office/drawing/2014/main" id="{718584E2-F99B-48CC-9EC9-76AA47B6F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575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rtl="1" algn="ctr">
              <a:defRPr sz="2400" b="1">
                <a:solidFill>
                  <a:srgbClr val="6F4E32"/>
                </a:solidFill>
              </a:defRPr>
            </a:pPr>
            <a:r>
              <a:rPr lang="ar-SA" sz="2400" b="1">
                <a:solidFill>
                  <a:srgbClr val="6F4E32"/>
                </a:solidFill>
              </a:rPr>
              <a:t>جزاكم الله خيرًا</a:t>
            </a:r>
          </a:p>
        </p:txBody>
      </p:sp>
      <p:pic>
        <p:nvPicPr>
          <p:cNvPr id="910" name="Ehel Academy crest" descr="Ehel Academy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EhelCrest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1506200" y="76200"/>
            <a:ext cx="457200" cy="457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0504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2026-07-08T20:41:11.5140000Z</dcterms:created>
  <dcterms:modified xsi:type="dcterms:W3CDTF">2026-07-08T20:41:11.5150000Z</dcterms:modified>
</coreProperties>
</file>