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 will walk through two connected applications: EduPlatform, the engine that runs online schools, and EduForTomorrow, the marketplace that connects independent teachers with families. Everything shown is live product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EduPlatform is the foundation: multi-tenant, every school gets its own branded portal. EduForTomorrow is a consumer of that platform, purpose-built as a marketplace. One codebase, one classroom engine, shared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audiences, one platform. Institutions get operations; independent teachers get a practice; institutional teachers get a calm workday; parents get connection and visibility. Note how each audience card maps to a later section of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pillars. The next slides go deep on each: the classroom experience first, because that is where learning happens, then content, scheduling, and the operational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classroom is BigBlueButton under the hood, but the experience is ours: fullscreen split view, materials docked beside the class, instant audio join, automatic recording under consent rules. Rooms even self-heal if a session is re-entered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Mid-lesson agility: the materials panel swaps the live presentation — a whiteboard for working a problem, a library file for extra practice, then back to the agenda. All audited, all without students leaving or reloading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Scheduling is the platform's quiet strength: instant publishing, wizard-driven creation, real conflict detection across teacher, students, and room capacity — plus recurring series so a term is set up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is not an afterthought: interactive units drive the live classes and the homework, and the storybook program gives young learners a narrative thread — full narration, animation, and sound interactions.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institutions the pitch is operations: branded portal on their own domain, wizard onboarding, catalog and groups, scoped reporting. The numbers reference our Somali University demo build: 500 students, 30 teachers, 5 courses provisioned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the classroom: records, links, documents, communications, finance, and notifications. This is what makes it an operating system rather than a meeting tool — the administrative work is in the same place as the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independent teachers the platform is a practice-in-a-box: profile, discovery, scheduling, classroom, recordings, and follow-up. They focus on teaching; the platform does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Whether a teacher works for an institution or independently, the workspace is the same — deliberately. One experience to learn, one place for sessions, students, attendance, notes, and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parent journey is four steps: intake, matching, booking, learning. Emphasize the observer role and recordings — parents see real teaching, not just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family scenarios: full homeschooling on the platform's curriculum with live teacher support, or after-school reinforcement in the evenings. Self-learning mode plus visible progress makes both sustainable.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 audience with children this is the decisive slide: managed accounts, consent-gated recording enforced in code, parent observers, full audit trails, and communication that never leaves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Reporting is role-shaped: teachers see teaching, admins see operations, parents see their child. Under it all, the audit trail — genuinely useful; we diagnose real production questions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Architecturally, one installation serves every brand: the marketplace, institution portals, and the children's academy are consumers of the same engine. A fix or feature ships once and reaches everyone — and onboarding a new institution is configuration, not a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lifecycle: onboard, schedule, teach, follow up, report. The point of the slide is continuity — one system carries the learner from enquiry to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calls to action by audience: institutions book onboarding, teachers complete intake, families start an enquiry. All three land on the same platform within days, not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pairing: institutions build on EduPlatform, teachers and families meet on EduForTomorrow. Invite questions and offer a live demo — the demo environment is always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5120640" cy="5120640"/>
          </a:xfrm>
          <a:prstGeom prst="ellipse">
            <a:avLst/>
          </a:prstGeom>
          <a:solidFill>
            <a:srgbClr val="2444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24445E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188720"/>
            <a:ext cx="640080" cy="64008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3679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98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EDUPLATFORM  ·  EDUFORTOMORROW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schools,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teachers, and families.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online classrooms, interactive lessons, and complete school operations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institutions running programs and for families finding the right teacher.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applications, one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EduForTomorrow runs on EduPlatform — every capability flows to both.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2170420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EduPlatform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operating system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 institution's entire online program: branded portal on its own domain, courses, class groups, enrollment, live classrooms, reporting, and administration.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88720" y="4206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workspaces &amp; role-based dashboards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45902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catalog, offerings &amp; enrollment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49743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BigBlueButton classrooms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88720" y="5358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transcripts &amp; operations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99632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7E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19672" y="2011680"/>
            <a:ext cx="566928" cy="566928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412" y="2170420"/>
            <a:ext cx="249448" cy="2494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51192" y="2075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EduForTomorrow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519672" y="27432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teaching &amp; tutoring marketplace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19672" y="30632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independent teachers with students and parents: teachers publish availability and run their own practice; families find, book, and learn — all on the same classroom engine.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839712" y="4206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onboarding &amp; public profiles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39712" y="45902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intake &amp; teacher matching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839712" y="49743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Availability-based scheduling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39712" y="5358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classes with recordings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everyone around the learner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30352" cy="530352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459" y="2068739"/>
            <a:ext cx="233355" cy="233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schools, and academies running full programs online — from onboarding to transcripts — under their own brand and domain.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93408" y="1645920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67728" y="1920240"/>
            <a:ext cx="530352" cy="530352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227" y="2068739"/>
            <a:ext cx="233355" cy="2333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3528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teachers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967728" y="25603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building their own teaching practice: publish a profile, set availability, connect with students, and teach in a ready-made classroom.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41648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15968"/>
            <a:ext cx="530352" cy="530352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59" y="4464467"/>
            <a:ext cx="233355" cy="2333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at institutions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560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who need their day to just work: their students, their sessions, attendance, notes, and follow-ups in one workspace.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693408" y="4041648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67728" y="4315968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227" y="4464467"/>
            <a:ext cx="233355" cy="2333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3528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&amp; families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67728" y="49560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seeking a trusted teacher, structured homeschooling support, or off-hours help — with full visibility into their child's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493776" cy="493776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2058497"/>
            <a:ext cx="217261" cy="2172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classrooms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BigBlueButton rooms with one-click start, recordings, and in-class teaching tools.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9976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920240"/>
            <a:ext cx="493776" cy="493776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265" y="2058497"/>
            <a:ext cx="217261" cy="2172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lessons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36008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units, illustrated story eBooks with narration, and structured programs.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11312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1920240"/>
            <a:ext cx="493776" cy="493776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601" y="2058497"/>
            <a:ext cx="217261" cy="2172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67344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wizards, recurring series, conflict checks, and calendar feeds.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97680"/>
            <a:ext cx="493776" cy="49377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29" y="4435937"/>
            <a:ext cx="217261" cy="2172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consent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child accounts, recording consent, parent observers, audit trails.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9976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4297680"/>
            <a:ext cx="493776" cy="493776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265" y="4435937"/>
            <a:ext cx="217261" cy="2172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operations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36008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class groups, profiles, documents, transcripts, communications.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11312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67344" y="4297680"/>
            <a:ext cx="493776" cy="493776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601" y="4435937"/>
            <a:ext cx="217261" cy="2172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reporting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67344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live summaries, dashboards, and weekly digests for every role.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classroom that opens in one click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BigBlueButton, wrapped in an experience designed for teaching.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9656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476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7647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class instantly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25296" y="2039112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Teacher-created sessions publish immediately — no approval queues, no waiting.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843784"/>
            <a:ext cx="457200" cy="45720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71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7889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Split-view teaching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25296" y="3063240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classroom fills the screen with the teacher's materials panel docked alongside — one window, fullscreen, no popups.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867912"/>
            <a:ext cx="457200" cy="45720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959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381304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joining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25296" y="4087368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connects on entry; students land straight in the lesson.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48920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4837176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built in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25296" y="5111496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record for missed-class playback, governed by consent policy.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92240" y="173736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173044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20840" y="1965960"/>
            <a:ext cx="3291840" cy="3017520"/>
          </a:xfrm>
          <a:prstGeom prst="roundRect">
            <a:avLst>
              <a:gd name="adj" fmla="val 1515"/>
            </a:avLst>
          </a:prstGeom>
          <a:solidFill>
            <a:srgbClr val="24445E"/>
          </a:solidFill>
          <a:ln w="6350">
            <a:solidFill>
              <a:srgbClr val="CFE0E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72084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stage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10104120" y="19659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F6F4E"/>
          </a:solidFill>
          <a:ln/>
        </p:spPr>
      </p:sp>
      <p:sp>
        <p:nvSpPr>
          <p:cNvPr id="25" name="Text 19"/>
          <p:cNvSpPr/>
          <p:nvPr/>
        </p:nvSpPr>
        <p:spPr>
          <a:xfrm>
            <a:off x="10104120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0104120" y="3017520"/>
            <a:ext cx="1280160" cy="1965960"/>
          </a:xfrm>
          <a:prstGeom prst="roundRect">
            <a:avLst>
              <a:gd name="adj" fmla="val 3571"/>
            </a:avLst>
          </a:prstGeom>
          <a:solidFill>
            <a:srgbClr val="FFF7E7"/>
          </a:solidFill>
          <a:ln/>
        </p:spPr>
      </p:sp>
      <p:sp>
        <p:nvSpPr>
          <p:cNvPr id="27" name="Text 21"/>
          <p:cNvSpPr/>
          <p:nvPr/>
        </p:nvSpPr>
        <p:spPr>
          <a:xfrm>
            <a:off x="1010412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452360" y="5120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7452360" y="5175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controls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teacher needs mid-lesson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what the class sees in two clicks — without leaving the room.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9656"/>
            <a:ext cx="457200" cy="45720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476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76479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decks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25296" y="2039112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opens on its lesson deck, preloaded automatically.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843784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71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788920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whiteboards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25296" y="3063240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and blank whiteboards on tap — annotate live, students can draw too.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867912"/>
            <a:ext cx="457200" cy="45720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959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381304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material swap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25296" y="4087368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any workspace PDF or PowerPoint into the running class, then return to the agenda.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48920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4837176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tutor &amp; monitor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25296" y="5111496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virtual tutor beside class and track lesson progress per student.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675120" y="178308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94944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Materials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949440" y="2468880"/>
            <a:ext cx="13716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949440" y="25237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WB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430768" y="2468880"/>
            <a:ext cx="137160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430768" y="25237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WB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912096" y="2468880"/>
            <a:ext cx="1371600" cy="420624"/>
          </a:xfrm>
          <a:prstGeom prst="roundRect">
            <a:avLst>
              <a:gd name="adj" fmla="val 26087"/>
            </a:avLst>
          </a:prstGeom>
          <a:solidFill>
            <a:srgbClr val="2F6F4E"/>
          </a:solidFill>
          <a:ln w="9525">
            <a:solidFill>
              <a:srgbClr val="D8E2E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912096" y="25237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Agenda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949440" y="3154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Library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949440" y="352044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132320" y="3593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practice deck.pdf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0378440" y="35935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live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949440" y="4087368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132320" y="41605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passages.pptx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10378440" y="41605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live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949440" y="465429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132320" y="47274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review.pdf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10378440" y="4727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that schedule themselves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review class to a term-long recurring series.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9656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476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764792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 seconds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25296" y="2039112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wizards prefill students, lesson, and materials; sessions go live immediately.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843784"/>
            <a:ext cx="457200" cy="45720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71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78892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series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25296" y="306324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or selected weekdays — one setup creates the whole series.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867912"/>
            <a:ext cx="457200" cy="45720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959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3813048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protection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25296" y="4087368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overlaps, student double-bookings, and room capacity checked before anything is saved.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48920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4837176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 &amp; reminders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25296" y="5111496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schedules, calendar feeds, and session reminders keep everyone on time.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78308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17804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Upcoming sessions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178040" y="2468880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EEF3F7"/>
          </a:solidFill>
          <a:ln/>
        </p:spPr>
      </p:sp>
      <p:sp>
        <p:nvSpPr>
          <p:cNvPr id="24" name="Shape 18"/>
          <p:cNvSpPr/>
          <p:nvPr/>
        </p:nvSpPr>
        <p:spPr>
          <a:xfrm>
            <a:off x="7360920" y="2651760"/>
            <a:ext cx="146304" cy="146304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25" name="Text 19"/>
          <p:cNvSpPr/>
          <p:nvPr/>
        </p:nvSpPr>
        <p:spPr>
          <a:xfrm>
            <a:off x="7635240" y="2578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review — Group A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635240" y="2871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4:00 PM   ·   Scheduled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178040" y="3547872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EEF3F7"/>
          </a:solidFill>
          <a:ln/>
        </p:spPr>
      </p:sp>
      <p:sp>
        <p:nvSpPr>
          <p:cNvPr id="28" name="Shape 22"/>
          <p:cNvSpPr/>
          <p:nvPr/>
        </p:nvSpPr>
        <p:spPr>
          <a:xfrm>
            <a:off x="7360920" y="3730752"/>
            <a:ext cx="146304" cy="146304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29" name="Text 23"/>
          <p:cNvSpPr/>
          <p:nvPr/>
        </p:nvSpPr>
        <p:spPr>
          <a:xfrm>
            <a:off x="763524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lesson — Year 1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63524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6:00 PM   ·   Scheduled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178040" y="4626864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EEF3F7"/>
          </a:solidFill>
          <a:ln/>
        </p:spPr>
      </p:sp>
      <p:sp>
        <p:nvSpPr>
          <p:cNvPr id="32" name="Shape 26"/>
          <p:cNvSpPr/>
          <p:nvPr/>
        </p:nvSpPr>
        <p:spPr>
          <a:xfrm>
            <a:off x="7360920" y="4809744"/>
            <a:ext cx="146304" cy="146304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33" name="Text 27"/>
          <p:cNvSpPr/>
          <p:nvPr/>
        </p:nvSpPr>
        <p:spPr>
          <a:xfrm>
            <a:off x="7635240" y="4736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reading circle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6352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· 10:00 AM   ·   Scheduled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CONTENT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students actually enjoy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programs with interactive units and illustrated story books.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29968"/>
            <a:ext cx="530352" cy="530352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459" y="2178467"/>
            <a:ext cx="233355" cy="2333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066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lesson units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09067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interactive units with audio, practice, and progress maps — for Quran, English, math, and more.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9976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7E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2029968"/>
            <a:ext cx="530352" cy="530352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95" y="2178467"/>
            <a:ext cx="233355" cy="2333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27066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eBooks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54296" y="309067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story series with vector art, ambient animation, tap-to-play sounds, and full narration.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11312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2029968"/>
            <a:ext cx="530352" cy="530352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131" y="2178467"/>
            <a:ext cx="233355" cy="2333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5632" y="27066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mode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85632" y="309067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independent study: children continue at home while progress stays visible.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5010912"/>
            <a:ext cx="475488" cy="475488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85" y="5144049"/>
            <a:ext cx="209215" cy="2092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937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Story-first early learning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508760" y="523036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programs pair every unit with an original storybook — characters carry across the year, and Watch-the-story mode plays each book aloud like a film.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INSTITUTIONS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school, online, under your brand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operating environment — not just a video tool.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9656"/>
            <a:ext cx="457200" cy="45720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476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764792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branded portal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25296" y="2039112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institution runs on its own domain with its own name, look, and dashboards.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843784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71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78892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25296" y="306324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onboarding wizard stands up the workspace, initial courses, and admin accounts.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867912"/>
            <a:ext cx="457200" cy="45720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959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3813048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&amp; class groups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25296" y="4087368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course catalog, organize class groups, and assign primary teachers.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48920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4837176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reporting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25296" y="5111496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reports show enrollments, groups, and activity at a glance — scoped so each teacher sees only their students.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78308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173044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22376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at scale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2376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8823960" y="26334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a single demo institution rollout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223760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823960" y="37307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linked to groups and courses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223760" y="4709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8823960" y="48280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live with enrollments on day one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INSTITUTIONS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operational spine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493776" cy="493776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2058497"/>
            <a:ext cx="217261" cy="2172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account numbers, guardians, consents, and placement details.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9976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920240"/>
            <a:ext cx="493776" cy="493776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265" y="2058497"/>
            <a:ext cx="217261" cy="2172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Teacher-student links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36008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students to teachers and groups; scoping follows automatically.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11312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1920240"/>
            <a:ext cx="493776" cy="493776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601" y="2058497"/>
            <a:ext cx="217261" cy="2172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transcripts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67344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transcripts and official documents as verifiable PDFs.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97680"/>
            <a:ext cx="493776" cy="49377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29" y="4435937"/>
            <a:ext cx="217261" cy="2172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messaging keeps teacher-parent contact inside the platform.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9976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4297680"/>
            <a:ext cx="493776" cy="493776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265" y="4435937"/>
            <a:ext cx="217261" cy="2172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operations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36008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finance workflows with automated maintenance tasks.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11312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67344" y="4297680"/>
            <a:ext cx="493776" cy="493776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601" y="4435937"/>
            <a:ext cx="217261" cy="2172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digests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67344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reminders, weekly workspace digests, and support SLAs.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EDUFORTOMORROW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teachers: your practice, ready-made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between you and your students — minus the busywork.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9656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476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764792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presence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25296" y="2039112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intake builds your teaching profile: subjects, work model, and availability.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843784"/>
            <a:ext cx="457200" cy="45720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71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78892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come to you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25296" y="306324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find and connect with you through the marketplace — matching respects level, language, and schedule.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867912"/>
            <a:ext cx="457200" cy="45720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959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3813048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on your terms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25296" y="4087368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availability for student bookings; schedule your own sessions whenever you need to.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48920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4837176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Private-class recordings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25296" y="5111496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record for missed-class playback when consent allows — your students never fall behind.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78308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FFF7E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22376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teacher's day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542032"/>
            <a:ext cx="310896" cy="310896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24" name="Text 18"/>
          <p:cNvSpPr/>
          <p:nvPr/>
        </p:nvSpPr>
        <p:spPr>
          <a:xfrm>
            <a:off x="7223760" y="2560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680960" y="25237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Morning: review today's sessions on the dashboard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223760" y="3383280"/>
            <a:ext cx="310896" cy="310896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27" name="Text 21"/>
          <p:cNvSpPr/>
          <p:nvPr/>
        </p:nvSpPr>
        <p:spPr>
          <a:xfrm>
            <a:off x="7223760" y="34015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680960" y="33649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PM: one click starts the live classroom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223760" y="4224528"/>
            <a:ext cx="310896" cy="310896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30" name="Text 24"/>
          <p:cNvSpPr/>
          <p:nvPr/>
        </p:nvSpPr>
        <p:spPr>
          <a:xfrm>
            <a:off x="7223760" y="42428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680960" y="4206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class: swap decks, whiteboard, record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7223760" y="5065776"/>
            <a:ext cx="310896" cy="310896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33" name="Text 27"/>
          <p:cNvSpPr/>
          <p:nvPr/>
        </p:nvSpPr>
        <p:spPr>
          <a:xfrm>
            <a:off x="7223760" y="50840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680960" y="5047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attendance, notes, parent follow-up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workspace for the whole teaching day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experience for marketplace and institution teachers.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20240"/>
            <a:ext cx="493776" cy="493776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2058497"/>
            <a:ext cx="217261" cy="2172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sessions, quick session and series creation, and student overview in one place.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9976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1920240"/>
            <a:ext cx="493776" cy="493776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265" y="2058497"/>
            <a:ext cx="217261" cy="2172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students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36008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students — assignments and class groups scope everything automatically.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11312" y="166420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7344" y="1920240"/>
            <a:ext cx="493776" cy="493776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601" y="2058497"/>
            <a:ext cx="217261" cy="2172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07424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notes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67344" y="25328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attendance, keep lesson notes, and flag follow-ups per student.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297680"/>
            <a:ext cx="493776" cy="49377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29" y="4435937"/>
            <a:ext cx="217261" cy="2172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44752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follow-ups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04672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structured follow-up messages that stay inside the platform.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79976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36008" y="4297680"/>
            <a:ext cx="493776" cy="493776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265" y="4435937"/>
            <a:ext cx="217261" cy="2172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76088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monitor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36008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each student's progress through the unit during and after class.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211312" y="404164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67344" y="4297680"/>
            <a:ext cx="493776" cy="493776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601" y="4435937"/>
            <a:ext cx="217261" cy="21726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07424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467344" y="49103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teaching hours for bookings — and schedule your own sessions freely.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right teacher, step by step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enquiry to the first lesson — guided the whole way.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83664" y="2423160"/>
            <a:ext cx="8641080" cy="0"/>
          </a:xfrm>
          <a:prstGeom prst="line">
            <a:avLst/>
          </a:prstGeom>
          <a:noFill/>
          <a:ln w="25400">
            <a:solidFill>
              <a:srgbClr val="D8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2184" y="1965960"/>
            <a:ext cx="822960" cy="82296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2613" y="219638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175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29184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your child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904488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intake captures level, language, goals, and preferred times.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822960" cy="82296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973" y="2196389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0175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29000" y="329184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with teachers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3904488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 matches on subject, level, language, and schedule fit.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232904" y="1965960"/>
            <a:ext cx="822960" cy="82296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333" y="2196389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0175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329184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around family life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9360" y="3904488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times from the teacher's real availability — evenings and weekends included.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10113264" y="196596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3693" y="2196389"/>
            <a:ext cx="362102" cy="3621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0175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89720" y="329184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in the classroom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189720" y="3904488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 joins a safe, managed live classroom; you stay informed throughout.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68680" y="55321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can join sessions as observers, review recordings, and message the teacher — connection without hovering.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Homeschooling and off-hours support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for the family classroom — help exactly when school is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FF7E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530352" cy="530352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459" y="2068739"/>
            <a:ext cx="233355" cy="2333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homeschool backbone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curriculum programs — lessons, storybooks, practice — deliverable entirely from home with a teacher's live support.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93408" y="1645920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67728" y="1920240"/>
            <a:ext cx="530352" cy="530352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227" y="2068739"/>
            <a:ext cx="233355" cy="2333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53528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tutoring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967728" y="2560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and weekend sessions fit around school; recordings cover anything missed.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41648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315968"/>
            <a:ext cx="530352" cy="530352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59" y="4464467"/>
            <a:ext cx="233355" cy="2333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self-learning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2960" y="49560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continue between sessions in guided self-study mode, with progress the parent and teacher both see.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693408" y="4041648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67728" y="4315968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227" y="4464467"/>
            <a:ext cx="233355" cy="23335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53528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you can see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967728" y="49560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lesson summaries, and follow-up notes arrive without asking.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 for young learners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 feature — engineered in, not promised.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9656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476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764792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child accounts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25296" y="2039112"/>
            <a:ext cx="5650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learn in managed accounts with guardian consent captured at intake.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843784"/>
            <a:ext cx="457200" cy="45720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71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788920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recording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25296" y="3063240"/>
            <a:ext cx="5650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records only when every student's consent policy allows it — enforced automatically, not by memory.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867912"/>
            <a:ext cx="457200" cy="45720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959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3813048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visibility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25296" y="4087368"/>
            <a:ext cx="5650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access, recordings, summaries, and in-platform messaging.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48920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4837176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audited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25296" y="5111496"/>
            <a:ext cx="5650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actions, material swaps, and access decisions land in an audit trail; trust review packs support compliance.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178040" y="1783080"/>
            <a:ext cx="4434840" cy="4114800"/>
          </a:xfrm>
          <a:prstGeom prst="roundRect">
            <a:avLst>
              <a:gd name="adj" fmla="val 1778"/>
            </a:avLst>
          </a:prstGeom>
          <a:solidFill>
            <a:srgbClr val="173044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961120" y="2286000"/>
            <a:ext cx="914400" cy="9144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2" y="254203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34747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stays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platform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98080" y="42976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off-platform contact channels between teachers and children — every message is visible and accountable.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for every role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facts, shaped for the person reading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75688"/>
            <a:ext cx="530352" cy="530352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459" y="2224187"/>
            <a:ext cx="233355" cy="2333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671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per-student lesson progress, and session notes at their fingertips.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9976" y="17830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2075688"/>
            <a:ext cx="530352" cy="530352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95" y="2224187"/>
            <a:ext cx="233355" cy="2333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0096" y="21671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54296" y="27889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dashboards with enrollment, session activity, and teacher coverage.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11312" y="17830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2075688"/>
            <a:ext cx="530352" cy="530352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131" y="2224187"/>
            <a:ext cx="233355" cy="2333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71432" y="21671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85632" y="27889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summaries, recordings, and weekly digests of their child's learning.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4846320"/>
            <a:ext cx="475488" cy="475488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17" y="4979457"/>
            <a:ext cx="209215" cy="2092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773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audit trail underneath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554480" y="5074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creation, join, material swap, recording decision, and approval is logged with actor and timestamp — operational questions have answers, not guesses.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many branded schools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organization gets its own domain and identity on shared, always-improving rails.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26864" y="3977640"/>
            <a:ext cx="2926080" cy="1691640"/>
          </a:xfrm>
          <a:prstGeom prst="roundRect">
            <a:avLst>
              <a:gd name="adj" fmla="val 4324"/>
            </a:avLst>
          </a:prstGeom>
          <a:solidFill>
            <a:srgbClr val="173044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97296" y="4206240"/>
            <a:ext cx="566928" cy="566928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036" y="4364980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26864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26864" y="5175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engine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48840" y="3246120"/>
            <a:ext cx="0" cy="182880"/>
          </a:xfrm>
          <a:prstGeom prst="line">
            <a:avLst/>
          </a:prstGeom>
          <a:noFill/>
          <a:ln w="19050">
            <a:solidFill>
              <a:srgbClr val="D8E2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3246120"/>
            <a:ext cx="0" cy="182880"/>
          </a:xfrm>
          <a:prstGeom prst="line">
            <a:avLst/>
          </a:prstGeom>
          <a:noFill/>
          <a:ln w="19050">
            <a:solidFill>
              <a:srgbClr val="D8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0" y="3246120"/>
            <a:ext cx="0" cy="182880"/>
          </a:xfrm>
          <a:prstGeom prst="line">
            <a:avLst/>
          </a:prstGeom>
          <a:noFill/>
          <a:ln w="19050">
            <a:solidFill>
              <a:srgbClr val="D8E2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48840" y="3429000"/>
            <a:ext cx="7909560" cy="0"/>
          </a:xfrm>
          <a:prstGeom prst="line">
            <a:avLst/>
          </a:prstGeom>
          <a:noFill/>
          <a:ln w="19050">
            <a:solidFill>
              <a:srgbClr val="D8E2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89904" y="3429000"/>
            <a:ext cx="0" cy="548640"/>
          </a:xfrm>
          <a:prstGeom prst="line">
            <a:avLst/>
          </a:prstGeom>
          <a:noFill/>
          <a:ln w="19050">
            <a:solidFill>
              <a:srgbClr val="D8E2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7830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13969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08760" y="2029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EduForTomorrow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91440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&amp; tutoring marketplace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26864" y="17830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55464" y="2011680"/>
            <a:ext cx="457200" cy="45720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13969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49824" y="2029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 University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855464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portal on its own domain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595360" y="17830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823960" y="20116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976" y="213969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0" y="2029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Ehel Quraan Academy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82396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academy for children &amp; families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institutions onboard onto the same engine — no new software, just a new branded portal.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COMES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contact to full report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beats, whoever you 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27632" y="2743200"/>
            <a:ext cx="8997696" cy="0"/>
          </a:xfrm>
          <a:prstGeom prst="line">
            <a:avLst/>
          </a:prstGeom>
          <a:noFill/>
          <a:ln w="25400">
            <a:solidFill>
              <a:srgbClr val="D8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" y="2240280"/>
            <a:ext cx="914400" cy="91440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4963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383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2064" y="379476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wizard, teacher intake, or family enquiry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240280"/>
            <a:ext cx="914400" cy="91440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4963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16352" y="3383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61488" y="379476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and series published instantly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2240280"/>
            <a:ext cx="914400" cy="91440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4963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65776" y="3383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live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010912" y="379476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Split-view classroom with materials and whiteboards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918704" y="224028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49631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3383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up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260336" y="379476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notes, and parent messages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0168128" y="2240280"/>
            <a:ext cx="914400" cy="91440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4963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64624" y="3383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509760" y="379476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summaries, and digests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2194560" y="5349240"/>
            <a:ext cx="7799832" cy="777240"/>
          </a:xfrm>
          <a:prstGeom prst="roundRect">
            <a:avLst>
              <a:gd name="adj" fmla="val 9412"/>
            </a:avLst>
          </a:prstGeom>
          <a:solidFill>
            <a:srgbClr val="FFF7E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2468880" y="5541264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7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lives in one system — nothing exported, nothing re-entered, nothing lost.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doors into the same platform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057400"/>
            <a:ext cx="640080" cy="640080"/>
          </a:xfrm>
          <a:prstGeom prst="ellipse">
            <a:avLst/>
          </a:prstGeom>
          <a:solidFill>
            <a:srgbClr val="1730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3762" y="22366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 builds your branded portal, courses, and admin accounts — bring your program, we bring the rails.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466344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173044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7365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onboarding session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79976" y="169164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65876" y="2057400"/>
            <a:ext cx="640080" cy="640080"/>
          </a:xfrm>
          <a:prstGeom prst="ellipse">
            <a:avLst/>
          </a:prstGeom>
          <a:solidFill>
            <a:srgbClr val="2F6F4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098" y="22366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9976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00016" y="33375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through the teacher intake: profile, subjects, and availability — then start accepting students.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974336" y="466344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17" name="Text 13"/>
          <p:cNvSpPr/>
          <p:nvPr/>
        </p:nvSpPr>
        <p:spPr>
          <a:xfrm>
            <a:off x="4974336" y="47365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teacher intake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11312" y="169164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8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97212" y="2057400"/>
            <a:ext cx="640080" cy="64008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434" y="223662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11312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531352" y="33375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your child and goals; we match you with teachers and times that fit your week.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805672" y="466344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C99A3C"/>
          </a:solidFill>
          <a:ln/>
        </p:spPr>
      </p:sp>
      <p:sp>
        <p:nvSpPr>
          <p:cNvPr id="24" name="Text 19"/>
          <p:cNvSpPr/>
          <p:nvPr/>
        </p:nvSpPr>
        <p:spPr>
          <a:xfrm>
            <a:off x="8805672" y="47365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family enquiry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3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5486400" cy="5486400"/>
          </a:xfrm>
          <a:prstGeom prst="ellipse">
            <a:avLst/>
          </a:prstGeom>
          <a:solidFill>
            <a:srgbClr val="24445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4389120" cy="4389120"/>
          </a:xfrm>
          <a:prstGeom prst="ellipse">
            <a:avLst/>
          </a:prstGeom>
          <a:solidFill>
            <a:srgbClr val="24445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open your classroom.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2971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EduPlatform for the institutions building programs.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EduForTomorrow for the teachers and families finding each other.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96696" y="42519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24445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4334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classrooms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02736" y="42519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24445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4334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lessons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42519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24445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4334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14816" y="42519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24445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14816" y="4334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visibility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2026-07-18T06:12:56Z</dcterms:created>
  <dcterms:modified xsi:type="dcterms:W3CDTF">2026-07-18T06:12:56Z</dcterms:modified>
</cp:coreProperties>
</file>