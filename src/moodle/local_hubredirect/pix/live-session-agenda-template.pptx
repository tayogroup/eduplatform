
<file path=[Content_Types].xml><?xml version="1.0" encoding="utf-8"?>
<Types xmlns="http://schemas.openxmlformats.org/package/2006/content-types">
  <Default Extension="png" ContentType="image/png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f4bdfcb2d5412b" /><Relationship Type="http://schemas.openxmlformats.org/officeDocument/2006/relationships/extended-properties" Target="/docProps/app.xml" Id="R9d955123888b422c" /><Relationship Type="http://schemas.openxmlformats.org/officeDocument/2006/relationships/officeDocument" Target="/ppt/presentation.xml" Id="Rfd40f7846dd04c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0e88cea6e14ff7"/>
  </p:sldMasterIdLst>
  <p:notesMasterIdLst>
    <p:notesMasterId xmlns:r="http://schemas.openxmlformats.org/officeDocument/2006/relationships" r:id="R6437b04a4158449c"/>
  </p:notesMasterIdLst>
  <p:sldIdLst>
    <p:sldId xmlns:r="http://schemas.openxmlformats.org/officeDocument/2006/relationships" id="256" r:id="Rec978d413ddc4925"/>
    <p:sldId xmlns:r="http://schemas.openxmlformats.org/officeDocument/2006/relationships" id="257" r:id="R474987e0786c42fd"/>
    <p:sldId xmlns:r="http://schemas.openxmlformats.org/officeDocument/2006/relationships" id="258" r:id="R525f6dbab3ec4cd5"/>
    <p:sldId xmlns:r="http://schemas.openxmlformats.org/officeDocument/2006/relationships" id="259" r:id="R37e088e8fd1f4829"/>
    <p:sldId xmlns:r="http://schemas.openxmlformats.org/officeDocument/2006/relationships" id="260" r:id="R70123bd47ab647a3"/>
    <p:sldId xmlns:r="http://schemas.openxmlformats.org/officeDocument/2006/relationships" id="261" r:id="R99dce4e6e22c4239"/>
    <p:sldId xmlns:r="http://schemas.openxmlformats.org/officeDocument/2006/relationships" id="262" r:id="R31cf6a507aa844a5"/>
    <p:sldId xmlns:r="http://schemas.openxmlformats.org/officeDocument/2006/relationships" id="263" r:id="R44c5b293a6d2485f"/>
    <p:sldId xmlns:r="http://schemas.openxmlformats.org/officeDocument/2006/relationships" id="264" r:id="R3a5a3387b60348f1"/>
    <p:sldId xmlns:r="http://schemas.openxmlformats.org/officeDocument/2006/relationships" id="265" r:id="R16d934e358804d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efcda3d7ee4e72" /><Relationship Type="http://schemas.openxmlformats.org/officeDocument/2006/relationships/slideMaster" Target="/ppt/slideMasters/slideMaster1.xml" Id="R820e88cea6e14ff7" /><Relationship Type="http://schemas.openxmlformats.org/officeDocument/2006/relationships/notesMaster" Target="/ppt/notesMasters/notesMaster1.xml" Id="R6437b04a4158449c" /><Relationship Type="http://schemas.openxmlformats.org/officeDocument/2006/relationships/presProps" Target="/ppt/presProps.xml" Id="Rb2cd31f1b3844767" /><Relationship Type="http://schemas.openxmlformats.org/officeDocument/2006/relationships/tableStyles" Target="/ppt/tableStyles.xml" Id="Rde6e978a9a0a4fab" /><Relationship Type="http://schemas.openxmlformats.org/officeDocument/2006/relationships/slide" Target="/ppt/slides/slide1.xml" Id="Rec978d413ddc4925" /><Relationship Type="http://schemas.openxmlformats.org/officeDocument/2006/relationships/slide" Target="/ppt/slides/slide2.xml" Id="R474987e0786c42fd" /><Relationship Type="http://schemas.openxmlformats.org/officeDocument/2006/relationships/slide" Target="/ppt/slides/slide3.xml" Id="R525f6dbab3ec4cd5" /><Relationship Type="http://schemas.openxmlformats.org/officeDocument/2006/relationships/slide" Target="/ppt/slides/slide4.xml" Id="R37e088e8fd1f4829" /><Relationship Type="http://schemas.openxmlformats.org/officeDocument/2006/relationships/slide" Target="/ppt/slides/slide5.xml" Id="R70123bd47ab647a3" /><Relationship Type="http://schemas.openxmlformats.org/officeDocument/2006/relationships/slide" Target="/ppt/slides/slide6.xml" Id="R99dce4e6e22c4239" /><Relationship Type="http://schemas.openxmlformats.org/officeDocument/2006/relationships/slide" Target="/ppt/slides/slide7.xml" Id="R31cf6a507aa844a5" /><Relationship Type="http://schemas.openxmlformats.org/officeDocument/2006/relationships/slide" Target="/ppt/slides/slide8.xml" Id="R44c5b293a6d2485f" /><Relationship Type="http://schemas.openxmlformats.org/officeDocument/2006/relationships/slide" Target="/ppt/slides/slide9.xml" Id="R3a5a3387b60348f1" /><Relationship Type="http://schemas.openxmlformats.org/officeDocument/2006/relationships/slide" Target="/ppt/slides/slide10.xml" Id="R16d934e35880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74c82ac3294e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ffc79d869742d8" /><Relationship Type="http://schemas.openxmlformats.org/officeDocument/2006/relationships/notesMaster" Target="/ppt/notesMasters/notesMaster1.xml" Id="Rc10822a7bda64b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43845881ec4736" /><Relationship Type="http://schemas.openxmlformats.org/officeDocument/2006/relationships/notesMaster" Target="/ppt/notesMasters/notesMaster1.xml" Id="R5483d5834f994d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f3283e3e01438a" /><Relationship Type="http://schemas.openxmlformats.org/officeDocument/2006/relationships/notesMaster" Target="/ppt/notesMasters/notesMaster1.xml" Id="Rcd245edb494a4b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fcc29f437247c4" /><Relationship Type="http://schemas.openxmlformats.org/officeDocument/2006/relationships/notesMaster" Target="/ppt/notesMasters/notesMaster1.xml" Id="R374e47f2cd9f4f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2e9ad4f96a412c" /><Relationship Type="http://schemas.openxmlformats.org/officeDocument/2006/relationships/notesMaster" Target="/ppt/notesMasters/notesMaster1.xml" Id="R0ac742199b394c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a3fc449e4e46db" /><Relationship Type="http://schemas.openxmlformats.org/officeDocument/2006/relationships/notesMaster" Target="/ppt/notesMasters/notesMaster1.xml" Id="R701184be70994b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33b9fe65994733" /><Relationship Type="http://schemas.openxmlformats.org/officeDocument/2006/relationships/notesMaster" Target="/ppt/notesMasters/notesMaster1.xml" Id="R7e8e65f7fd6b4e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3045d57bca4c8d" /><Relationship Type="http://schemas.openxmlformats.org/officeDocument/2006/relationships/notesMaster" Target="/ppt/notesMasters/notesMaster1.xml" Id="Rf4330dcd043d43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896b45f364182" /><Relationship Type="http://schemas.openxmlformats.org/officeDocument/2006/relationships/notesMaster" Target="/ppt/notesMasters/notesMaster1.xml" Id="R0b5421a1cace43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cf2b51bb6d4b07" /><Relationship Type="http://schemas.openxmlformats.org/officeDocument/2006/relationships/notesMaster" Target="/ppt/notesMasters/notesMaster1.xml" Id="R7636d2fd623b4b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f3eeeaae94c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40de803faa468a" /><Relationship Type="http://schemas.openxmlformats.org/officeDocument/2006/relationships/slideLayout" Target="/ppt/slideLayouts/slideLayout1.xml" Id="R512481f3bd5341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2481f3bd5341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6a5c25e254ba8" /><Relationship Type="http://schemas.openxmlformats.org/officeDocument/2006/relationships/notesSlide" Target="/ppt/notesSlides/notesSlide1.xml" Id="R197894721f6d4218" /><Relationship Type="http://schemas.openxmlformats.org/officeDocument/2006/relationships/image" Target="../media/ehel-academy-crest.png" Id="rIdEhelCres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d0728d5d84704" /><Relationship Type="http://schemas.openxmlformats.org/officeDocument/2006/relationships/notesSlide" Target="/ppt/notesSlides/notesSlide2.xml" Id="R07176fb5ab62489b" /><Relationship Type="http://schemas.openxmlformats.org/officeDocument/2006/relationships/image" Target="../media/ehel-academy-crest.png" Id="rIdEhelCres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c5db435694289" /><Relationship Type="http://schemas.openxmlformats.org/officeDocument/2006/relationships/notesSlide" Target="/ppt/notesSlides/notesSlide3.xml" Id="R2846498ae1774204" /><Relationship Type="http://schemas.openxmlformats.org/officeDocument/2006/relationships/image" Target="../media/ehel-academy-crest.png" Id="rIdEhelCres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76341d02a4eeb" /><Relationship Type="http://schemas.openxmlformats.org/officeDocument/2006/relationships/notesSlide" Target="/ppt/notesSlides/notesSlide4.xml" Id="Rf5fc6347d9a64538" /><Relationship Type="http://schemas.openxmlformats.org/officeDocument/2006/relationships/image" Target="../media/ehel-academy-crest.png" Id="rIdEhelCres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9837a93c84696" /><Relationship Type="http://schemas.openxmlformats.org/officeDocument/2006/relationships/notesSlide" Target="/ppt/notesSlides/notesSlide5.xml" Id="Rec199b974d35414e" /><Relationship Type="http://schemas.openxmlformats.org/officeDocument/2006/relationships/image" Target="../media/ehel-academy-crest.png" Id="rIdEhelCres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67b42b2ca4e41" /><Relationship Type="http://schemas.openxmlformats.org/officeDocument/2006/relationships/notesSlide" Target="/ppt/notesSlides/notesSlide6.xml" Id="R455181fbb240438e" /><Relationship Type="http://schemas.openxmlformats.org/officeDocument/2006/relationships/image" Target="../media/ehel-academy-crest.png" Id="rIdEhelCrest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fbb1628fc4a4f" /><Relationship Type="http://schemas.openxmlformats.org/officeDocument/2006/relationships/notesSlide" Target="/ppt/notesSlides/notesSlide7.xml" Id="R67720444b3d845b8" /><Relationship Type="http://schemas.openxmlformats.org/officeDocument/2006/relationships/image" Target="../media/ehel-academy-crest.png" Id="rIdEhelCrest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8e1de414c4c00" /><Relationship Type="http://schemas.openxmlformats.org/officeDocument/2006/relationships/notesSlide" Target="/ppt/notesSlides/notesSlide8.xml" Id="Rd2ea5572cb604286" /><Relationship Type="http://schemas.openxmlformats.org/officeDocument/2006/relationships/image" Target="../media/ehel-academy-crest.png" Id="rIdEhelCrest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42f976bb3479d" /><Relationship Type="http://schemas.openxmlformats.org/officeDocument/2006/relationships/notesSlide" Target="/ppt/notesSlides/notesSlide9.xml" Id="Rf76ca639a1e543bf" /><Relationship Type="http://schemas.openxmlformats.org/officeDocument/2006/relationships/image" Target="../media/ehel-academy-crest.png" Id="rIdEhelCrest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3c005e00544ba" /><Relationship Type="http://schemas.openxmlformats.org/officeDocument/2006/relationships/notesSlide" Target="/ppt/notesSlides/notesSlide10.xml" Id="Ra48d5edb84ce453a" /><Relationship Type="http://schemas.openxmlformats.org/officeDocument/2006/relationships/image" Target="../media/ehel-academy-crest.png" Id="rIdEhelCrest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50484-B380-4E49-BFB6-92076278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F4978188-CA7B-43C5-888C-50DD1FDF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00AA28B2-232D-4E47-9DEF-EF0405D2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Welcome Students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C4EE53C-C78F-411F-A466-2F11FAA1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5C85C-9B91-462E-AF61-DCC88EAF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6DCF59EE-D694-462F-9A3A-014CB357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welcome-title">
            <a:extLst xmlns:a="http://schemas.openxmlformats.org/drawingml/2006/main">
              <a:ext uri="{FF2B5EF4-FFF2-40B4-BE49-F238E27FC236}">
                <a16:creationId xmlns:a16="http://schemas.microsoft.com/office/drawing/2014/main" id="{032494EC-F57F-4908-92DE-823959B7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363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73044"/>
                </a:solidFill>
              </a:defRPr>
            </a:pPr>
            <a:r>
              <a:rPr sz="4350" b="1">
                <a:solidFill>
                  <a:srgbClr val="173044"/>
                </a:solidFill>
              </a:rPr>
              <a:t>Welcome Students</a:t>
            </a:r>
          </a:p>
        </p:txBody>
      </p:sp>
      <p:sp>
        <p:nvSpPr>
          <p:cNvPr id="8" name="fillable-session-details">
            <a:extLst xmlns:a="http://schemas.openxmlformats.org/drawingml/2006/main">
              <a:ext uri="{FF2B5EF4-FFF2-40B4-BE49-F238E27FC236}">
                <a16:creationId xmlns:a16="http://schemas.microsoft.com/office/drawing/2014/main" id="{356B233D-D4F8-4212-B79B-3369A2A8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F4E32"/>
                </a:solidFill>
              </a:defRPr>
            </a:pPr>
            <a:r>
              <a:rPr sz="1875" b="1">
                <a:solidFill>
                  <a:srgbClr val="6F4E32"/>
                </a:solidFill>
              </a:rPr>
              <a:t>[Teacher name] | [Class / Group] | [Session date]</a:t>
            </a:r>
          </a:p>
        </p:txBody>
      </p:sp>
      <p:sp>
        <p:nvSpPr>
          <p:cNvPr id="9" name="welcome-message-frame">
            <a:extLst xmlns:a="http://schemas.openxmlformats.org/drawingml/2006/main">
              <a:ext uri="{FF2B5EF4-FFF2-40B4-BE49-F238E27FC236}">
                <a16:creationId xmlns:a16="http://schemas.microsoft.com/office/drawing/2014/main" id="{82F805F7-1CA8-462E-8E10-C00C2784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38550"/>
            <a:ext cx="7200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19050">
            <a:solidFill>
              <a:srgbClr val="D6A642"/>
            </a:solidFill>
            <a:prstDash val="solid"/>
          </a:ln>
        </p:spPr>
      </p:sp>
      <p:sp>
        <p:nvSpPr>
          <p:cNvPr id="10" name="fillable-welcome-message">
            <a:extLst xmlns:a="http://schemas.openxmlformats.org/drawingml/2006/main">
              <a:ext uri="{FF2B5EF4-FFF2-40B4-BE49-F238E27FC236}">
                <a16:creationId xmlns:a16="http://schemas.microsoft.com/office/drawing/2014/main" id="{62AFDDE2-C041-4618-A31F-8A3D820C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F4E32"/>
                </a:solidFill>
              </a:defRPr>
            </a:pPr>
            <a:r>
              <a:rPr sz="2250" b="1">
                <a:solidFill>
                  <a:srgbClr val="6F4E32"/>
                </a:solidFill>
              </a:rPr>
              <a:t>Assalamu alaikum. We will begin soon.</a:t>
            </a:r>
          </a:p>
        </p:txBody>
      </p:sp>
      <p:pic>
        <p:nvPicPr>
          <p:cNvPr id="901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28600" y="762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950" name="Ehel Academy crest (title)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676900" y="685800"/>
            <a:ext cx="83820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48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7F518-273A-40FE-B69C-6A5591DD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C2FCA442-8BEA-48A4-ABD6-74C0FB12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DA664AD2-883F-46C4-A321-42EC801F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Session Agenda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C13B487-34CE-48F5-8D4A-C62DFD54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0CF8C-09BD-4732-B79A-7E32A335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A06F10CB-8945-402B-AB3C-F3FD4FB1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07A228-71E5-4387-9481-79E3E725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Session 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06B53-C8F6-4B62-B605-F5B01F52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llable-list-item-1">
            <a:extLst xmlns:a="http://schemas.openxmlformats.org/drawingml/2006/main">
              <a:ext uri="{FF2B5EF4-FFF2-40B4-BE49-F238E27FC236}">
                <a16:creationId xmlns:a16="http://schemas.microsoft.com/office/drawing/2014/main" id="{AEFDF981-598D-4737-8F72-0EA9DFFB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19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[1] Welcome and attendance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45878-1650-46B3-B210-9433B717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llable-list-item-2">
            <a:extLst xmlns:a="http://schemas.openxmlformats.org/drawingml/2006/main">
              <a:ext uri="{FF2B5EF4-FFF2-40B4-BE49-F238E27FC236}">
                <a16:creationId xmlns:a16="http://schemas.microsoft.com/office/drawing/2014/main" id="{B3BF0E36-62A9-49D6-829B-99FBE1B0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[2] Review from last 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F784D-7678-4A43-8642-A7E93C96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llable-list-item-3">
            <a:extLst xmlns:a="http://schemas.openxmlformats.org/drawingml/2006/main">
              <a:ext uri="{FF2B5EF4-FFF2-40B4-BE49-F238E27FC236}">
                <a16:creationId xmlns:a16="http://schemas.microsoft.com/office/drawing/2014/main" id="{409CDE85-6EB4-4B0D-94D0-581D2C54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[3] Today's topic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DDD58-69FB-4146-92AA-5B9D20BD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llable-list-item-4">
            <a:extLst xmlns:a="http://schemas.openxmlformats.org/drawingml/2006/main">
              <a:ext uri="{FF2B5EF4-FFF2-40B4-BE49-F238E27FC236}">
                <a16:creationId xmlns:a16="http://schemas.microsoft.com/office/drawing/2014/main" id="{633538D5-0B63-4E48-8016-CF5AA9E3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[4] Guided practice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9376F-96A4-42DE-AAA2-0F4E1D5B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illable-list-item-5">
            <a:extLst xmlns:a="http://schemas.openxmlformats.org/drawingml/2006/main">
              <a:ext uri="{FF2B5EF4-FFF2-40B4-BE49-F238E27FC236}">
                <a16:creationId xmlns:a16="http://schemas.microsoft.com/office/drawing/2014/main" id="{534E849A-AAB6-4487-AA57-D48A19DC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[5] Questions and next steps</a:t>
            </a:r>
          </a:p>
        </p:txBody>
      </p:sp>
      <p:pic>
        <p:nvPicPr>
          <p:cNvPr id="902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286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1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D277FF-708E-4562-8C63-7B201B7F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5F3FDBF5-2E0F-4999-8B2B-994D5B6E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E3E9B86E-D9B0-4393-A600-EC38FE94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Topic Slide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2D21A4B-33BD-4E53-9BD5-31933792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21FCC-B1BD-4795-8FC8-835F4F20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64D77734-60C3-447A-83CB-2B982F7B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DBDF58-8664-439F-8EE7-0142A29A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Session Topic Materials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BD6ED9C1-6B42-476A-B3E6-1DC6536C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4E"/>
                </a:solidFill>
              </a:defRPr>
            </a:pPr>
            <a:r>
              <a:rPr sz="1650" b="1">
                <a:solidFill>
                  <a:srgbClr val="2F6F4E"/>
                </a:solidFill>
              </a:rPr>
              <a:t>Topic Slide 1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146D56A6-A432-42AB-AF07-F9DBBF82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0735F"/>
                </a:solidFill>
              </a:defRPr>
            </a:pPr>
            <a:r>
              <a:rPr sz="1500" b="1">
                <a:solidFill>
                  <a:srgbClr val="60735F"/>
                </a:solidFill>
              </a:rPr>
              <a:t>[Add the first key idea, example, or recitation focus here.]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20987870-9411-433B-BB89-C7520257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E489FF02-2551-422C-9FBB-A0FD2B8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[Type your session content here]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27422411-18F7-49BD-BBCD-882A4C7F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35F"/>
                </a:solidFill>
              </a:defRPr>
            </a:pPr>
            <a:r>
              <a:rPr sz="1650" b="0">
                <a:solidFill>
                  <a:srgbClr val="60735F"/>
                </a:solidFill>
              </a:rPr>
              <a:t>[Add notes, examples, Arabic text, images, or practice prompts. Keep each slide simple so it remains readable inside BigBlueButton.]</a:t>
            </a:r>
          </a:p>
        </p:txBody>
      </p:sp>
      <p:pic>
        <p:nvPicPr>
          <p:cNvPr id="903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286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78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07B0B3-10B9-46FC-90FA-E12180E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D32B2ACD-0D08-48E0-8AF8-12D18ADB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71928B37-D569-4DF3-BE78-9118B94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Topic Slide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0EFC3E-83C3-492D-8EBC-3D28373B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27668-1774-490E-8F4A-65FEA916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EEC873F3-60C4-426C-B5C3-1746DBD3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BE099F-EF19-467B-9FE2-180F2D0A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Session Topic Materials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39AA5E0A-7CC0-45D2-8900-827C2C12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4E"/>
                </a:solidFill>
              </a:defRPr>
            </a:pPr>
            <a:r>
              <a:rPr sz="1650" b="1">
                <a:solidFill>
                  <a:srgbClr val="2F6F4E"/>
                </a:solidFill>
              </a:rPr>
              <a:t>Topic Slide 2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A6763C91-5F4D-49E3-B534-27AF9DA6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0735F"/>
                </a:solidFill>
              </a:defRPr>
            </a:pPr>
            <a:r>
              <a:rPr sz="1500" b="1">
                <a:solidFill>
                  <a:srgbClr val="60735F"/>
                </a:solidFill>
              </a:rPr>
              <a:t>[Add explanation points, vocabulary, or board notes here.]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E4E9C1F8-B80D-45C1-90DE-FA9F186F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7E36D0FA-4C44-4BD5-819A-E75745E8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[Type your session content here]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F3DB9D64-42D3-4D94-9F51-99F9E2B4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35F"/>
                </a:solidFill>
              </a:defRPr>
            </a:pPr>
            <a:r>
              <a:rPr sz="1650" b="0">
                <a:solidFill>
                  <a:srgbClr val="60735F"/>
                </a:solidFill>
              </a:rPr>
              <a:t>[Add notes, examples, Arabic text, images, or practice prompts. Keep each slide simple so it remains readable inside BigBlueButton.]</a:t>
            </a:r>
          </a:p>
        </p:txBody>
      </p:sp>
      <p:pic>
        <p:nvPicPr>
          <p:cNvPr id="904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286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1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DBB0C3-BC0C-4A68-B93C-DA1C9926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E0572B75-76C7-4AAE-88F2-9CB2C3B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295321BB-D904-4DC6-B1D2-825E4D22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Topic Slide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2C80FD3-D4F7-4D0D-91A3-81B8B6AC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75093-CF9E-4DAD-BF14-041A4601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CE5DFD1F-8E5E-4582-B14F-EE38E720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C9688C-4481-41ED-BD72-93791C62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Session Topic Materials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FB89400B-32EE-48CB-AF3C-26C73887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4E"/>
                </a:solidFill>
              </a:defRPr>
            </a:pPr>
            <a:r>
              <a:rPr sz="1650" b="1">
                <a:solidFill>
                  <a:srgbClr val="2F6F4E"/>
                </a:solidFill>
              </a:rPr>
              <a:t>Topic Slide 3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D886DD6B-2E74-4E14-8404-830FD71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0735F"/>
                </a:solidFill>
              </a:defRPr>
            </a:pPr>
            <a:r>
              <a:rPr sz="1500" b="1">
                <a:solidFill>
                  <a:srgbClr val="60735F"/>
                </a:solidFill>
              </a:rPr>
              <a:t>[Add guided practice instructions or student examples here.]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625C2E6B-FD8B-480E-975A-15DD261F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14D50316-6673-4639-A0A3-BA6DFE13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[Type your session content here]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E0594A4D-0B41-477D-B37F-813C4A5B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35F"/>
                </a:solidFill>
              </a:defRPr>
            </a:pPr>
            <a:r>
              <a:rPr sz="1650" b="0">
                <a:solidFill>
                  <a:srgbClr val="60735F"/>
                </a:solidFill>
              </a:rPr>
              <a:t>[Add notes, examples, Arabic text, images, or practice prompts. Keep each slide simple so it remains readable inside BigBlueButton.]</a:t>
            </a:r>
          </a:p>
        </p:txBody>
      </p:sp>
      <p:pic>
        <p:nvPicPr>
          <p:cNvPr id="905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286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65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D76211-6CD4-453F-82AA-121ACB42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E5D16EC7-DC35-47F8-905F-7094593B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C7C3D34E-CF9E-4391-BED2-F0AFE798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Topic Slide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E75ABF-2671-4CC3-847E-A303C8F3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602BF-0B60-4894-9A76-AFB785C9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2A67EE87-6A0E-4B5A-967B-EF887FF6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41A777-783B-437B-912A-4886AF0B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Session Topic Materials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6C17CBF0-B89A-4423-AFD9-F620C4B8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4E"/>
                </a:solidFill>
              </a:defRPr>
            </a:pPr>
            <a:r>
              <a:rPr sz="1650" b="1">
                <a:solidFill>
                  <a:srgbClr val="2F6F4E"/>
                </a:solidFill>
              </a:rPr>
              <a:t>Topic Slide 4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07044071-9D0F-49A7-BA76-11845F8B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0735F"/>
                </a:solidFill>
              </a:defRPr>
            </a:pPr>
            <a:r>
              <a:rPr sz="1500" b="1">
                <a:solidFill>
                  <a:srgbClr val="60735F"/>
                </a:solidFill>
              </a:rPr>
              <a:t>[Add correction points, pronunciation focus, or examples here.]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2AD53EF5-1EF0-4F43-BEC9-6A90AFF2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131C0414-2BFE-4FB9-810D-DB831E69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[Type your session content here]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8A49DA26-9F25-4F62-9EDA-4371599E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35F"/>
                </a:solidFill>
              </a:defRPr>
            </a:pPr>
            <a:r>
              <a:rPr sz="1650" b="0">
                <a:solidFill>
                  <a:srgbClr val="60735F"/>
                </a:solidFill>
              </a:rPr>
              <a:t>[Add notes, examples, Arabic text, images, or practice prompts. Keep each slide simple so it remains readable inside BigBlueButton.]</a:t>
            </a:r>
          </a:p>
        </p:txBody>
      </p:sp>
      <p:pic>
        <p:nvPicPr>
          <p:cNvPr id="906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286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589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257154-F2EA-4D44-BBB1-FF4DE948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5586786F-91F3-4EF4-A69D-B3347992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5DA3E112-3B25-4349-A478-61CE29D7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Topic Slide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89EDA4-ECB9-4F7B-92F9-23EFB6D0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ACFF4-49AA-4448-9A23-9777E815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E17C877D-67F9-41A1-82F8-11548F45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ACDF15-AD29-4706-8B67-772668E8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Session Topic Materials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D00B1710-2D12-4E78-AC87-DD63E00D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4E"/>
                </a:solidFill>
              </a:defRPr>
            </a:pPr>
            <a:r>
              <a:rPr sz="1650" b="1">
                <a:solidFill>
                  <a:srgbClr val="2F6F4E"/>
                </a:solidFill>
              </a:rPr>
              <a:t>Topic Slide 5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54F35B02-7B9A-42CF-8226-15D1B9D9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0735F"/>
                </a:solidFill>
              </a:defRPr>
            </a:pPr>
            <a:r>
              <a:rPr sz="1500" b="1">
                <a:solidFill>
                  <a:srgbClr val="60735F"/>
                </a:solidFill>
              </a:rPr>
              <a:t>[Add final practice activity, check questions, or recap examples here.]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AC4E2656-928A-4BED-8EE2-9C1D2E43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5E0AF19A-4185-4B36-8757-2DAAA97D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[Type your session content here]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3EBCF929-A880-4921-8AAC-E4876881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35F"/>
                </a:solidFill>
              </a:defRPr>
            </a:pPr>
            <a:r>
              <a:rPr sz="1650" b="0">
                <a:solidFill>
                  <a:srgbClr val="60735F"/>
                </a:solidFill>
              </a:rPr>
              <a:t>[Add notes, examples, Arabic text, images, or practice prompts. Keep each slide simple so it remains readable inside BigBlueButton.]</a:t>
            </a:r>
          </a:p>
        </p:txBody>
      </p:sp>
      <p:pic>
        <p:nvPicPr>
          <p:cNvPr id="907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286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348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3D9B9-B4B4-4FC1-B139-50A6BBF6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2E7A87A2-D697-4834-B243-6262F2D5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1A3FE73B-47CC-4DC5-9A2D-AADB1774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A36B894-75BC-48F0-9562-C20AB9F4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549E6-ECBC-4824-86F1-89F3A05C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268F1220-5D29-4755-B931-5D704E89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F434F-AF9C-410E-B357-1817FDA7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FA7B0-73A7-4913-9DEF-AFE5E7D6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llable-list-item-1">
            <a:extLst xmlns:a="http://schemas.openxmlformats.org/drawingml/2006/main">
              <a:ext uri="{FF2B5EF4-FFF2-40B4-BE49-F238E27FC236}">
                <a16:creationId xmlns:a16="http://schemas.microsoft.com/office/drawing/2014/main" id="{B157FA76-D3F3-437E-B7E5-93D7322A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19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[What students learned]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B80FC-2B6F-4C16-B9BC-0017BAE7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llable-list-item-2">
            <a:extLst xmlns:a="http://schemas.openxmlformats.org/drawingml/2006/main">
              <a:ext uri="{FF2B5EF4-FFF2-40B4-BE49-F238E27FC236}">
                <a16:creationId xmlns:a16="http://schemas.microsoft.com/office/drawing/2014/main" id="{3E052128-489C-4CC4-A266-48CCE751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[What students practiced]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812B7-6B7C-4CFF-9E04-F3F07AD8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llable-list-item-3">
            <a:extLst xmlns:a="http://schemas.openxmlformats.org/drawingml/2006/main">
              <a:ext uri="{FF2B5EF4-FFF2-40B4-BE49-F238E27FC236}">
                <a16:creationId xmlns:a16="http://schemas.microsoft.com/office/drawing/2014/main" id="{7BC50957-6C81-4FE9-8ACB-040482EA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[Common correction / reminder]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09265-E913-4555-90C0-BA872AE2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llable-list-item-4">
            <a:extLst xmlns:a="http://schemas.openxmlformats.org/drawingml/2006/main">
              <a:ext uri="{FF2B5EF4-FFF2-40B4-BE49-F238E27FC236}">
                <a16:creationId xmlns:a16="http://schemas.microsoft.com/office/drawing/2014/main" id="{BBF26CB9-D822-4B91-90E7-13031633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[Homework or practice target]</a:t>
            </a:r>
          </a:p>
        </p:txBody>
      </p:sp>
      <p:pic>
        <p:nvPicPr>
          <p:cNvPr id="908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286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027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15A18-6B33-4A04-824A-5570A5C8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CC21AE65-68CF-42AA-9D47-989DEBD3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5B4FF4E3-A63E-4814-B180-2C695EB8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Next Session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90F7679-F1AB-43A4-965B-F300A112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1FC2F-C7B9-4ED5-BCBE-44361A29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D3A6E1FD-31F3-4DE3-9BA3-88E38288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441421-2AD2-4051-BD40-3A83F404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Next 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9750D-EF79-4270-BB9C-57FDE936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llable-list-item-1">
            <a:extLst xmlns:a="http://schemas.openxmlformats.org/drawingml/2006/main">
              <a:ext uri="{FF2B5EF4-FFF2-40B4-BE49-F238E27FC236}">
                <a16:creationId xmlns:a16="http://schemas.microsoft.com/office/drawing/2014/main" id="{A2DD0E79-B9FD-4C42-A519-30983C34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19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Next date: [date and time]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6190F-4FC3-4708-BFEA-7DB0AC9E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llable-list-item-2">
            <a:extLst xmlns:a="http://schemas.openxmlformats.org/drawingml/2006/main">
              <a:ext uri="{FF2B5EF4-FFF2-40B4-BE49-F238E27FC236}">
                <a16:creationId xmlns:a16="http://schemas.microsoft.com/office/drawing/2014/main" id="{2D5DAE5B-A020-4958-A14D-2202D4A9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Next topic: [topic]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AE463-4AF9-4A3C-8762-084399CD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llable-list-item-3">
            <a:extLst xmlns:a="http://schemas.openxmlformats.org/drawingml/2006/main">
              <a:ext uri="{FF2B5EF4-FFF2-40B4-BE49-F238E27FC236}">
                <a16:creationId xmlns:a16="http://schemas.microsoft.com/office/drawing/2014/main" id="{356BD0FD-DE6A-4362-BA72-3B1E7A3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Prepare: [practice / reading / activity]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24D72-AC23-4A06-8174-B9ABE981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llable-list-item-4">
            <a:extLst xmlns:a="http://schemas.openxmlformats.org/drawingml/2006/main">
              <a:ext uri="{FF2B5EF4-FFF2-40B4-BE49-F238E27FC236}">
                <a16:creationId xmlns:a16="http://schemas.microsoft.com/office/drawing/2014/main" id="{54977ED1-E1D1-4D05-A5B2-DA3C756B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Bring: [materials needed]</a:t>
            </a:r>
          </a:p>
        </p:txBody>
      </p:sp>
      <p:pic>
        <p:nvPicPr>
          <p:cNvPr id="909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286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375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733FB6-F4B7-4689-9657-3A07161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B9F714E3-7801-4680-BB2F-792A398D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8E69A706-6577-4C93-81B4-8DEA67B9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5A7D663-161F-4C67-BF04-E179C6F0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F9D26-8802-4B28-B0E1-BD9216E2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40F2CA22-6C00-4C32-9DD8-CD5D8165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78EAC9-28B4-4B55-83F9-FD316EC3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173044"/>
                </a:solidFill>
              </a:defRPr>
            </a:pPr>
            <a:r>
              <a:rPr sz="5700" b="1">
                <a:solidFill>
                  <a:srgbClr val="173044"/>
                </a:solidFill>
              </a:rPr>
              <a:t>END</a:t>
            </a:r>
          </a:p>
        </p:txBody>
      </p:sp>
      <p:sp>
        <p:nvSpPr>
          <p:cNvPr id="8" name="end-subtitle">
            <a:extLst xmlns:a="http://schemas.openxmlformats.org/drawingml/2006/main">
              <a:ext uri="{FF2B5EF4-FFF2-40B4-BE49-F238E27FC236}">
                <a16:creationId xmlns:a16="http://schemas.microsoft.com/office/drawing/2014/main" id="{FFA0EEE8-63D9-416C-A76F-F1FC0FCA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F4E32"/>
                </a:solidFill>
              </a:defRPr>
            </a:pPr>
            <a:r>
              <a:rPr sz="2400" b="1">
                <a:solidFill>
                  <a:srgbClr val="6F4E32"/>
                </a:solidFill>
              </a:rPr>
              <a:t>Jazakum Allahu khairan</a:t>
            </a:r>
          </a:p>
        </p:txBody>
      </p:sp>
      <p:pic>
        <p:nvPicPr>
          <p:cNvPr id="910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286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25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2026-06-25T19:22:37.6450000Z</dcterms:created>
  <dcterms:modified xsi:type="dcterms:W3CDTF">2026-06-25T19:22:37.6450000Z</dcterms:modified>
</coreProperties>
</file>